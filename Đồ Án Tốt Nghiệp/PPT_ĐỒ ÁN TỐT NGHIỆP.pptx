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ambria Bold" charset="1" panose="02040803050406030204"/>
      <p:regular r:id="rId27"/>
    </p:embeddedFont>
    <p:embeddedFont>
      <p:font typeface="Cambria" charset="1" panose="02040503050406030204"/>
      <p:regular r:id="rId28"/>
    </p:embeddedFont>
    <p:embeddedFont>
      <p:font typeface="Times New Roman Bold" charset="1" panose="020208030705050203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15" Target="../media/image31.png" Type="http://schemas.openxmlformats.org/officeDocument/2006/relationships/image"/><Relationship Id="rId16" Target="../media/image5.png" Type="http://schemas.openxmlformats.org/officeDocument/2006/relationships/image"/><Relationship Id="rId17" Target="../media/image6.svg" Type="http://schemas.openxmlformats.org/officeDocument/2006/relationships/image"/><Relationship Id="rId18" Target="../media/image9.png" Type="http://schemas.openxmlformats.org/officeDocument/2006/relationships/image"/><Relationship Id="rId19" Target="../media/image10.png" Type="http://schemas.openxmlformats.org/officeDocument/2006/relationships/image"/><Relationship Id="rId2" Target="../media/image32.jpeg" Type="http://schemas.openxmlformats.org/officeDocument/2006/relationships/image"/><Relationship Id="rId20" Target="../media/image11.svg" Type="http://schemas.openxmlformats.org/officeDocument/2006/relationships/image"/><Relationship Id="rId21" Target="../media/image38.png" Type="http://schemas.openxmlformats.org/officeDocument/2006/relationships/image"/><Relationship Id="rId22" Target="../media/image39.svg" Type="http://schemas.openxmlformats.org/officeDocument/2006/relationships/image"/><Relationship Id="rId23" Target="../media/image40.png" Type="http://schemas.openxmlformats.org/officeDocument/2006/relationships/image"/><Relationship Id="rId24" Target="../media/image41.svg" Type="http://schemas.openxmlformats.org/officeDocument/2006/relationships/image"/><Relationship Id="rId25" Target="../media/image42.png" Type="http://schemas.openxmlformats.org/officeDocument/2006/relationships/image"/><Relationship Id="rId26" Target="../media/image43.svg" Type="http://schemas.openxmlformats.org/officeDocument/2006/relationships/image"/><Relationship Id="rId3" Target="../media/image33.jpe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44.png" Type="http://schemas.openxmlformats.org/officeDocument/2006/relationships/image"/><Relationship Id="rId15" Target="../media/image45.svg" Type="http://schemas.openxmlformats.org/officeDocument/2006/relationships/image"/><Relationship Id="rId16" Target="../media/image46.jpeg" Type="http://schemas.openxmlformats.org/officeDocument/2006/relationships/image"/><Relationship Id="rId17" Target="../media/image47.png" Type="http://schemas.openxmlformats.org/officeDocument/2006/relationships/image"/><Relationship Id="rId18" Target="../media/image48.svg" Type="http://schemas.openxmlformats.org/officeDocument/2006/relationships/image"/><Relationship Id="rId19" Target="../media/image49.png" Type="http://schemas.openxmlformats.org/officeDocument/2006/relationships/image"/><Relationship Id="rId2" Target="../media/image32.jpeg" Type="http://schemas.openxmlformats.org/officeDocument/2006/relationships/image"/><Relationship Id="rId20" Target="../media/image50.svg" Type="http://schemas.openxmlformats.org/officeDocument/2006/relationships/image"/><Relationship Id="rId21" Target="../media/image51.png" Type="http://schemas.openxmlformats.org/officeDocument/2006/relationships/image"/><Relationship Id="rId22" Target="../media/image52.svg" Type="http://schemas.openxmlformats.org/officeDocument/2006/relationships/image"/><Relationship Id="rId23" Target="../media/image53.png" Type="http://schemas.openxmlformats.org/officeDocument/2006/relationships/image"/><Relationship Id="rId24" Target="../media/image54.svg" Type="http://schemas.openxmlformats.org/officeDocument/2006/relationships/image"/><Relationship Id="rId25" Target="../media/image55.png" Type="http://schemas.openxmlformats.org/officeDocument/2006/relationships/image"/><Relationship Id="rId26" Target="../media/image56.svg" Type="http://schemas.openxmlformats.org/officeDocument/2006/relationships/image"/><Relationship Id="rId27" Target="../media/image57.png" Type="http://schemas.openxmlformats.org/officeDocument/2006/relationships/image"/><Relationship Id="rId28" Target="../media/image58.svg" Type="http://schemas.openxmlformats.org/officeDocument/2006/relationships/image"/><Relationship Id="rId29" Target="../media/image59.png" Type="http://schemas.openxmlformats.org/officeDocument/2006/relationships/image"/><Relationship Id="rId3" Target="../media/image5.png" Type="http://schemas.openxmlformats.org/officeDocument/2006/relationships/image"/><Relationship Id="rId30" Target="../media/image60.svg" Type="http://schemas.openxmlformats.org/officeDocument/2006/relationships/image"/><Relationship Id="rId31" Target="../media/image24.png" Type="http://schemas.openxmlformats.org/officeDocument/2006/relationships/image"/><Relationship Id="rId32" Target="../media/image25.svg" Type="http://schemas.openxmlformats.org/officeDocument/2006/relationships/image"/><Relationship Id="rId33" Target="../media/image26.png" Type="http://schemas.openxmlformats.org/officeDocument/2006/relationships/image"/><Relationship Id="rId34" Target="../media/image27.svg" Type="http://schemas.openxmlformats.org/officeDocument/2006/relationships/image"/><Relationship Id="rId35" Target="../media/image28.png" Type="http://schemas.openxmlformats.org/officeDocument/2006/relationships/image"/><Relationship Id="rId36" Target="../media/image29.png" Type="http://schemas.openxmlformats.org/officeDocument/2006/relationships/image"/><Relationship Id="rId37" Target="../media/image30.svg" Type="http://schemas.openxmlformats.org/officeDocument/2006/relationships/image"/><Relationship Id="rId38" Target="../media/image31.png" Type="http://schemas.openxmlformats.org/officeDocument/2006/relationships/image"/><Relationship Id="rId39" Target="../media/image42.png" Type="http://schemas.openxmlformats.org/officeDocument/2006/relationships/image"/><Relationship Id="rId4" Target="../media/image6.svg" Type="http://schemas.openxmlformats.org/officeDocument/2006/relationships/image"/><Relationship Id="rId40" Target="../media/image43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svg" Type="http://schemas.openxmlformats.org/officeDocument/2006/relationships/image"/><Relationship Id="rId11" Target="../media/image53.png" Type="http://schemas.openxmlformats.org/officeDocument/2006/relationships/image"/><Relationship Id="rId12" Target="../media/image54.svg" Type="http://schemas.openxmlformats.org/officeDocument/2006/relationships/image"/><Relationship Id="rId13" Target="../media/image57.png" Type="http://schemas.openxmlformats.org/officeDocument/2006/relationships/image"/><Relationship Id="rId14" Target="../media/image58.svg" Type="http://schemas.openxmlformats.org/officeDocument/2006/relationships/image"/><Relationship Id="rId15" Target="../media/image65.png" Type="http://schemas.openxmlformats.org/officeDocument/2006/relationships/image"/><Relationship Id="rId16" Target="../media/image66.png" Type="http://schemas.openxmlformats.org/officeDocument/2006/relationships/image"/><Relationship Id="rId17" Target="../media/image28.png" Type="http://schemas.openxmlformats.org/officeDocument/2006/relationships/image"/><Relationship Id="rId18" Target="../media/image29.png" Type="http://schemas.openxmlformats.org/officeDocument/2006/relationships/image"/><Relationship Id="rId19" Target="../media/image30.svg" Type="http://schemas.openxmlformats.org/officeDocument/2006/relationships/image"/><Relationship Id="rId2" Target="../media/image32.jpeg" Type="http://schemas.openxmlformats.org/officeDocument/2006/relationships/image"/><Relationship Id="rId20" Target="../media/image31.png" Type="http://schemas.openxmlformats.org/officeDocument/2006/relationships/image"/><Relationship Id="rId21" Target="../media/image67.png" Type="http://schemas.openxmlformats.org/officeDocument/2006/relationships/image"/><Relationship Id="rId22" Target="../media/image68.sv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11" Target="../media/image40.png" Type="http://schemas.openxmlformats.org/officeDocument/2006/relationships/image"/><Relationship Id="rId12" Target="../media/image41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70.png" Type="http://schemas.openxmlformats.org/officeDocument/2006/relationships/image"/><Relationship Id="rId16" Target="../media/image71.svg" Type="http://schemas.openxmlformats.org/officeDocument/2006/relationships/image"/><Relationship Id="rId17" Target="../media/image72.png" Type="http://schemas.openxmlformats.org/officeDocument/2006/relationships/image"/><Relationship Id="rId18" Target="../media/image73.svg" Type="http://schemas.openxmlformats.org/officeDocument/2006/relationships/image"/><Relationship Id="rId19" Target="../media/image74.png" Type="http://schemas.openxmlformats.org/officeDocument/2006/relationships/image"/><Relationship Id="rId2" Target="../media/image32.jpeg" Type="http://schemas.openxmlformats.org/officeDocument/2006/relationships/image"/><Relationship Id="rId20" Target="../media/image75.svg" Type="http://schemas.openxmlformats.org/officeDocument/2006/relationships/image"/><Relationship Id="rId21" Target="../media/image76.png" Type="http://schemas.openxmlformats.org/officeDocument/2006/relationships/image"/><Relationship Id="rId22" Target="../media/image77.svg" Type="http://schemas.openxmlformats.org/officeDocument/2006/relationships/image"/><Relationship Id="rId23" Target="../media/image78.png" Type="http://schemas.openxmlformats.org/officeDocument/2006/relationships/image"/><Relationship Id="rId24" Target="../media/image79.svg" Type="http://schemas.openxmlformats.org/officeDocument/2006/relationships/image"/><Relationship Id="rId25" Target="../media/image80.png" Type="http://schemas.openxmlformats.org/officeDocument/2006/relationships/image"/><Relationship Id="rId26" Target="../media/image81.svg" Type="http://schemas.openxmlformats.org/officeDocument/2006/relationships/image"/><Relationship Id="rId27" Target="../media/image42.png" Type="http://schemas.openxmlformats.org/officeDocument/2006/relationships/image"/><Relationship Id="rId28" Target="../media/image43.svg" Type="http://schemas.openxmlformats.org/officeDocument/2006/relationships/image"/><Relationship Id="rId29" Target="../media/image53.png" Type="http://schemas.openxmlformats.org/officeDocument/2006/relationships/image"/><Relationship Id="rId3" Target="../media/image69.jpeg" Type="http://schemas.openxmlformats.org/officeDocument/2006/relationships/image"/><Relationship Id="rId30" Target="../media/image54.svg" Type="http://schemas.openxmlformats.org/officeDocument/2006/relationships/image"/><Relationship Id="rId31" Target="../media/image55.png" Type="http://schemas.openxmlformats.org/officeDocument/2006/relationships/image"/><Relationship Id="rId32" Target="../media/image56.svg" Type="http://schemas.openxmlformats.org/officeDocument/2006/relationships/image"/><Relationship Id="rId33" Target="../media/image24.png" Type="http://schemas.openxmlformats.org/officeDocument/2006/relationships/image"/><Relationship Id="rId34" Target="../media/image25.svg" Type="http://schemas.openxmlformats.org/officeDocument/2006/relationships/image"/><Relationship Id="rId35" Target="../media/image26.png" Type="http://schemas.openxmlformats.org/officeDocument/2006/relationships/image"/><Relationship Id="rId36" Target="../media/image27.svg" Type="http://schemas.openxmlformats.org/officeDocument/2006/relationships/image"/><Relationship Id="rId37" Target="../media/image28.png" Type="http://schemas.openxmlformats.org/officeDocument/2006/relationships/image"/><Relationship Id="rId38" Target="../media/image29.png" Type="http://schemas.openxmlformats.org/officeDocument/2006/relationships/image"/><Relationship Id="rId39" Target="../media/image30.svg" Type="http://schemas.openxmlformats.org/officeDocument/2006/relationships/image"/><Relationship Id="rId4" Target="../media/image5.png" Type="http://schemas.openxmlformats.org/officeDocument/2006/relationships/image"/><Relationship Id="rId40" Target="../media/image31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svg" Type="http://schemas.openxmlformats.org/officeDocument/2006/relationships/image"/><Relationship Id="rId11" Target="../media/image86.png" Type="http://schemas.openxmlformats.org/officeDocument/2006/relationships/image"/><Relationship Id="rId12" Target="../media/image87.svg" Type="http://schemas.openxmlformats.org/officeDocument/2006/relationships/image"/><Relationship Id="rId13" Target="../media/image88.png" Type="http://schemas.openxmlformats.org/officeDocument/2006/relationships/image"/><Relationship Id="rId14" Target="../media/image89.svg" Type="http://schemas.openxmlformats.org/officeDocument/2006/relationships/image"/><Relationship Id="rId15" Target="../media/image90.pn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18" Target="../media/image26.png" Type="http://schemas.openxmlformats.org/officeDocument/2006/relationships/image"/><Relationship Id="rId19" Target="../media/image27.svg" Type="http://schemas.openxmlformats.org/officeDocument/2006/relationships/image"/><Relationship Id="rId2" Target="../media/image32.jpeg" Type="http://schemas.openxmlformats.org/officeDocument/2006/relationships/image"/><Relationship Id="rId20" Target="../media/image28.png" Type="http://schemas.openxmlformats.org/officeDocument/2006/relationships/image"/><Relationship Id="rId21" Target="../media/image29.png" Type="http://schemas.openxmlformats.org/officeDocument/2006/relationships/image"/><Relationship Id="rId22" Target="../media/image30.svg" Type="http://schemas.openxmlformats.org/officeDocument/2006/relationships/image"/><Relationship Id="rId23" Target="../media/image31.png" Type="http://schemas.openxmlformats.org/officeDocument/2006/relationships/image"/><Relationship Id="rId24" Target="../media/image67.png" Type="http://schemas.openxmlformats.org/officeDocument/2006/relationships/image"/><Relationship Id="rId25" Target="../media/image68.svg" Type="http://schemas.openxmlformats.org/officeDocument/2006/relationships/image"/><Relationship Id="rId3" Target="../media/image82.png" Type="http://schemas.openxmlformats.org/officeDocument/2006/relationships/image"/><Relationship Id="rId4" Target="../media/image83.pn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91.png" Type="http://schemas.openxmlformats.org/officeDocument/2006/relationships/image"/><Relationship Id="rId15" Target="../media/image92.svg" Type="http://schemas.openxmlformats.org/officeDocument/2006/relationships/image"/><Relationship Id="rId16" Target="../media/image93.png" Type="http://schemas.openxmlformats.org/officeDocument/2006/relationships/image"/><Relationship Id="rId17" Target="../media/image94.svg" Type="http://schemas.openxmlformats.org/officeDocument/2006/relationships/image"/><Relationship Id="rId18" Target="../media/image95.jpeg" Type="http://schemas.openxmlformats.org/officeDocument/2006/relationships/image"/><Relationship Id="rId19" Target="../media/image96.png" Type="http://schemas.openxmlformats.org/officeDocument/2006/relationships/image"/><Relationship Id="rId2" Target="../media/image32.jpeg" Type="http://schemas.openxmlformats.org/officeDocument/2006/relationships/image"/><Relationship Id="rId20" Target="../media/image97.svg" Type="http://schemas.openxmlformats.org/officeDocument/2006/relationships/image"/><Relationship Id="rId21" Target="../media/image98.png" Type="http://schemas.openxmlformats.org/officeDocument/2006/relationships/image"/><Relationship Id="rId22" Target="../media/image99.svg" Type="http://schemas.openxmlformats.org/officeDocument/2006/relationships/image"/><Relationship Id="rId23" Target="../media/image24.png" Type="http://schemas.openxmlformats.org/officeDocument/2006/relationships/image"/><Relationship Id="rId24" Target="../media/image25.svg" Type="http://schemas.openxmlformats.org/officeDocument/2006/relationships/image"/><Relationship Id="rId25" Target="../media/image26.png" Type="http://schemas.openxmlformats.org/officeDocument/2006/relationships/image"/><Relationship Id="rId26" Target="../media/image27.svg" Type="http://schemas.openxmlformats.org/officeDocument/2006/relationships/image"/><Relationship Id="rId27" Target="../media/image28.png" Type="http://schemas.openxmlformats.org/officeDocument/2006/relationships/image"/><Relationship Id="rId28" Target="../media/image29.png" Type="http://schemas.openxmlformats.org/officeDocument/2006/relationships/image"/><Relationship Id="rId29" Target="../media/image30.svg" Type="http://schemas.openxmlformats.org/officeDocument/2006/relationships/image"/><Relationship Id="rId3" Target="../media/image5.png" Type="http://schemas.openxmlformats.org/officeDocument/2006/relationships/image"/><Relationship Id="rId30" Target="../media/image31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42.png" Type="http://schemas.openxmlformats.org/officeDocument/2006/relationships/image"/><Relationship Id="rId15" Target="../media/image43.svg" Type="http://schemas.openxmlformats.org/officeDocument/2006/relationships/image"/><Relationship Id="rId16" Target="../media/image100.png" Type="http://schemas.openxmlformats.org/officeDocument/2006/relationships/image"/><Relationship Id="rId2" Target="../media/image3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91.png" Type="http://schemas.openxmlformats.org/officeDocument/2006/relationships/image"/><Relationship Id="rId15" Target="../media/image92.svg" Type="http://schemas.openxmlformats.org/officeDocument/2006/relationships/image"/><Relationship Id="rId16" Target="../media/image93.png" Type="http://schemas.openxmlformats.org/officeDocument/2006/relationships/image"/><Relationship Id="rId17" Target="../media/image94.svg" Type="http://schemas.openxmlformats.org/officeDocument/2006/relationships/image"/><Relationship Id="rId18" Target="../media/image101.jpeg" Type="http://schemas.openxmlformats.org/officeDocument/2006/relationships/image"/><Relationship Id="rId19" Target="../media/image96.png" Type="http://schemas.openxmlformats.org/officeDocument/2006/relationships/image"/><Relationship Id="rId2" Target="../media/image32.jpeg" Type="http://schemas.openxmlformats.org/officeDocument/2006/relationships/image"/><Relationship Id="rId20" Target="../media/image97.svg" Type="http://schemas.openxmlformats.org/officeDocument/2006/relationships/image"/><Relationship Id="rId21" Target="../media/image98.png" Type="http://schemas.openxmlformats.org/officeDocument/2006/relationships/image"/><Relationship Id="rId22" Target="../media/image99.svg" Type="http://schemas.openxmlformats.org/officeDocument/2006/relationships/image"/><Relationship Id="rId23" Target="../media/image24.png" Type="http://schemas.openxmlformats.org/officeDocument/2006/relationships/image"/><Relationship Id="rId24" Target="../media/image25.svg" Type="http://schemas.openxmlformats.org/officeDocument/2006/relationships/image"/><Relationship Id="rId25" Target="../media/image26.png" Type="http://schemas.openxmlformats.org/officeDocument/2006/relationships/image"/><Relationship Id="rId26" Target="../media/image27.svg" Type="http://schemas.openxmlformats.org/officeDocument/2006/relationships/image"/><Relationship Id="rId27" Target="../media/image28.png" Type="http://schemas.openxmlformats.org/officeDocument/2006/relationships/image"/><Relationship Id="rId28" Target="../media/image29.png" Type="http://schemas.openxmlformats.org/officeDocument/2006/relationships/image"/><Relationship Id="rId29" Target="../media/image30.svg" Type="http://schemas.openxmlformats.org/officeDocument/2006/relationships/image"/><Relationship Id="rId3" Target="../media/image5.png" Type="http://schemas.openxmlformats.org/officeDocument/2006/relationships/image"/><Relationship Id="rId30" Target="../media/image31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42.png" Type="http://schemas.openxmlformats.org/officeDocument/2006/relationships/image"/><Relationship Id="rId15" Target="../media/image43.svg" Type="http://schemas.openxmlformats.org/officeDocument/2006/relationships/image"/><Relationship Id="rId16" Target="../media/image102.png" Type="http://schemas.openxmlformats.org/officeDocument/2006/relationships/image"/><Relationship Id="rId2" Target="../media/image3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91.png" Type="http://schemas.openxmlformats.org/officeDocument/2006/relationships/image"/><Relationship Id="rId15" Target="../media/image92.svg" Type="http://schemas.openxmlformats.org/officeDocument/2006/relationships/image"/><Relationship Id="rId16" Target="../media/image93.png" Type="http://schemas.openxmlformats.org/officeDocument/2006/relationships/image"/><Relationship Id="rId17" Target="../media/image94.svg" Type="http://schemas.openxmlformats.org/officeDocument/2006/relationships/image"/><Relationship Id="rId18" Target="../media/image103.jpeg" Type="http://schemas.openxmlformats.org/officeDocument/2006/relationships/image"/><Relationship Id="rId19" Target="../media/image96.png" Type="http://schemas.openxmlformats.org/officeDocument/2006/relationships/image"/><Relationship Id="rId2" Target="../media/image32.jpeg" Type="http://schemas.openxmlformats.org/officeDocument/2006/relationships/image"/><Relationship Id="rId20" Target="../media/image97.svg" Type="http://schemas.openxmlformats.org/officeDocument/2006/relationships/image"/><Relationship Id="rId21" Target="../media/image98.png" Type="http://schemas.openxmlformats.org/officeDocument/2006/relationships/image"/><Relationship Id="rId22" Target="../media/image99.svg" Type="http://schemas.openxmlformats.org/officeDocument/2006/relationships/image"/><Relationship Id="rId23" Target="../media/image24.png" Type="http://schemas.openxmlformats.org/officeDocument/2006/relationships/image"/><Relationship Id="rId24" Target="../media/image25.svg" Type="http://schemas.openxmlformats.org/officeDocument/2006/relationships/image"/><Relationship Id="rId25" Target="../media/image26.png" Type="http://schemas.openxmlformats.org/officeDocument/2006/relationships/image"/><Relationship Id="rId26" Target="../media/image27.svg" Type="http://schemas.openxmlformats.org/officeDocument/2006/relationships/image"/><Relationship Id="rId27" Target="../media/image28.png" Type="http://schemas.openxmlformats.org/officeDocument/2006/relationships/image"/><Relationship Id="rId28" Target="../media/image29.png" Type="http://schemas.openxmlformats.org/officeDocument/2006/relationships/image"/><Relationship Id="rId29" Target="../media/image30.svg" Type="http://schemas.openxmlformats.org/officeDocument/2006/relationships/image"/><Relationship Id="rId3" Target="../media/image5.png" Type="http://schemas.openxmlformats.org/officeDocument/2006/relationships/image"/><Relationship Id="rId30" Target="../media/image31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67.png" Type="http://schemas.openxmlformats.org/officeDocument/2006/relationships/image"/><Relationship Id="rId19" Target="../media/image68.svg" Type="http://schemas.openxmlformats.org/officeDocument/2006/relationships/image"/><Relationship Id="rId2" Target="../media/image32.jpeg" Type="http://schemas.openxmlformats.org/officeDocument/2006/relationships/image"/><Relationship Id="rId20" Target="../media/image16.png" Type="http://schemas.openxmlformats.org/officeDocument/2006/relationships/image"/><Relationship Id="rId21" Target="../media/image17.svg" Type="http://schemas.openxmlformats.org/officeDocument/2006/relationships/image"/><Relationship Id="rId22" Target="../media/image104.png" Type="http://schemas.openxmlformats.org/officeDocument/2006/relationships/image"/><Relationship Id="rId23" Target="../media/image105.png" Type="http://schemas.openxmlformats.org/officeDocument/2006/relationships/image"/><Relationship Id="rId24" Target="../media/image106.sv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67.png" Type="http://schemas.openxmlformats.org/officeDocument/2006/relationships/image"/><Relationship Id="rId19" Target="../media/image68.svg" Type="http://schemas.openxmlformats.org/officeDocument/2006/relationships/image"/><Relationship Id="rId2" Target="../media/image32.jpeg" Type="http://schemas.openxmlformats.org/officeDocument/2006/relationships/image"/><Relationship Id="rId20" Target="../media/image16.png" Type="http://schemas.openxmlformats.org/officeDocument/2006/relationships/image"/><Relationship Id="rId21" Target="../media/image17.svg" Type="http://schemas.openxmlformats.org/officeDocument/2006/relationships/image"/><Relationship Id="rId22" Target="../media/image107.png" Type="http://schemas.openxmlformats.org/officeDocument/2006/relationships/image"/><Relationship Id="rId23" Target="../media/image108.png" Type="http://schemas.openxmlformats.org/officeDocument/2006/relationships/image"/><Relationship Id="rId24" Target="../media/image109.sv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67.png" Type="http://schemas.openxmlformats.org/officeDocument/2006/relationships/image"/><Relationship Id="rId19" Target="../media/image68.svg" Type="http://schemas.openxmlformats.org/officeDocument/2006/relationships/image"/><Relationship Id="rId2" Target="../media/image32.jpeg" Type="http://schemas.openxmlformats.org/officeDocument/2006/relationships/image"/><Relationship Id="rId20" Target="../media/image16.png" Type="http://schemas.openxmlformats.org/officeDocument/2006/relationships/image"/><Relationship Id="rId21" Target="../media/image17.svg" Type="http://schemas.openxmlformats.org/officeDocument/2006/relationships/image"/><Relationship Id="rId22" Target="../media/image110.png" Type="http://schemas.openxmlformats.org/officeDocument/2006/relationships/image"/><Relationship Id="rId23" Target="../media/image111.png" Type="http://schemas.openxmlformats.org/officeDocument/2006/relationships/image"/><Relationship Id="rId24" Target="../media/image112.sv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67.png" Type="http://schemas.openxmlformats.org/officeDocument/2006/relationships/image"/><Relationship Id="rId19" Target="../media/image68.svg" Type="http://schemas.openxmlformats.org/officeDocument/2006/relationships/image"/><Relationship Id="rId2" Target="../media/image32.jpeg" Type="http://schemas.openxmlformats.org/officeDocument/2006/relationships/image"/><Relationship Id="rId20" Target="../media/image16.png" Type="http://schemas.openxmlformats.org/officeDocument/2006/relationships/image"/><Relationship Id="rId21" Target="../media/image17.svg" Type="http://schemas.openxmlformats.org/officeDocument/2006/relationships/image"/><Relationship Id="rId22" Target="../media/image113.png" Type="http://schemas.openxmlformats.org/officeDocument/2006/relationships/image"/><Relationship Id="rId23" Target="../media/image114.png" Type="http://schemas.openxmlformats.org/officeDocument/2006/relationships/image"/><Relationship Id="rId24" Target="../media/image115.sv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67.png" Type="http://schemas.openxmlformats.org/officeDocument/2006/relationships/image"/><Relationship Id="rId19" Target="../media/image68.svg" Type="http://schemas.openxmlformats.org/officeDocument/2006/relationships/image"/><Relationship Id="rId2" Target="../media/image32.jpeg" Type="http://schemas.openxmlformats.org/officeDocument/2006/relationships/image"/><Relationship Id="rId20" Target="../media/image16.png" Type="http://schemas.openxmlformats.org/officeDocument/2006/relationships/image"/><Relationship Id="rId21" Target="../media/image17.svg" Type="http://schemas.openxmlformats.org/officeDocument/2006/relationships/image"/><Relationship Id="rId22" Target="../media/image116.png" Type="http://schemas.openxmlformats.org/officeDocument/2006/relationships/image"/><Relationship Id="rId23" Target="../media/image117.png" Type="http://schemas.openxmlformats.org/officeDocument/2006/relationships/image"/><Relationship Id="rId24" Target="../media/image118.sv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91.png" Type="http://schemas.openxmlformats.org/officeDocument/2006/relationships/image"/><Relationship Id="rId15" Target="../media/image92.svg" Type="http://schemas.openxmlformats.org/officeDocument/2006/relationships/image"/><Relationship Id="rId16" Target="../media/image93.png" Type="http://schemas.openxmlformats.org/officeDocument/2006/relationships/image"/><Relationship Id="rId17" Target="../media/image94.svg" Type="http://schemas.openxmlformats.org/officeDocument/2006/relationships/image"/><Relationship Id="rId18" Target="../media/image119.png" Type="http://schemas.openxmlformats.org/officeDocument/2006/relationships/image"/><Relationship Id="rId19" Target="../media/image96.png" Type="http://schemas.openxmlformats.org/officeDocument/2006/relationships/image"/><Relationship Id="rId2" Target="../media/image32.jpeg" Type="http://schemas.openxmlformats.org/officeDocument/2006/relationships/image"/><Relationship Id="rId20" Target="../media/image97.svg" Type="http://schemas.openxmlformats.org/officeDocument/2006/relationships/image"/><Relationship Id="rId21" Target="../media/image98.png" Type="http://schemas.openxmlformats.org/officeDocument/2006/relationships/image"/><Relationship Id="rId22" Target="../media/image99.svg" Type="http://schemas.openxmlformats.org/officeDocument/2006/relationships/image"/><Relationship Id="rId23" Target="../media/image24.png" Type="http://schemas.openxmlformats.org/officeDocument/2006/relationships/image"/><Relationship Id="rId24" Target="../media/image25.svg" Type="http://schemas.openxmlformats.org/officeDocument/2006/relationships/image"/><Relationship Id="rId25" Target="../media/image26.png" Type="http://schemas.openxmlformats.org/officeDocument/2006/relationships/image"/><Relationship Id="rId26" Target="../media/image27.svg" Type="http://schemas.openxmlformats.org/officeDocument/2006/relationships/image"/><Relationship Id="rId27" Target="../media/image28.png" Type="http://schemas.openxmlformats.org/officeDocument/2006/relationships/image"/><Relationship Id="rId28" Target="../media/image29.png" Type="http://schemas.openxmlformats.org/officeDocument/2006/relationships/image"/><Relationship Id="rId29" Target="../media/image30.svg" Type="http://schemas.openxmlformats.org/officeDocument/2006/relationships/image"/><Relationship Id="rId3" Target="../media/image5.png" Type="http://schemas.openxmlformats.org/officeDocument/2006/relationships/image"/><Relationship Id="rId30" Target="../media/image31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svg" Type="http://schemas.openxmlformats.org/officeDocument/2006/relationships/image"/><Relationship Id="rId11" Target="../media/image93.png" Type="http://schemas.openxmlformats.org/officeDocument/2006/relationships/image"/><Relationship Id="rId12" Target="../media/image94.sv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15" Target="../media/image9.png" Type="http://schemas.openxmlformats.org/officeDocument/2006/relationships/image"/><Relationship Id="rId16" Target="../media/image10.png" Type="http://schemas.openxmlformats.org/officeDocument/2006/relationships/image"/><Relationship Id="rId17" Target="../media/image11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32.jpeg" Type="http://schemas.openxmlformats.org/officeDocument/2006/relationships/image"/><Relationship Id="rId20" Target="../media/image40.png" Type="http://schemas.openxmlformats.org/officeDocument/2006/relationships/image"/><Relationship Id="rId21" Target="../media/image41.svg" Type="http://schemas.openxmlformats.org/officeDocument/2006/relationships/image"/><Relationship Id="rId22" Target="../media/image91.png" Type="http://schemas.openxmlformats.org/officeDocument/2006/relationships/image"/><Relationship Id="rId23" Target="../media/image92.svg" Type="http://schemas.openxmlformats.org/officeDocument/2006/relationships/image"/><Relationship Id="rId24" Target="../media/image96.png" Type="http://schemas.openxmlformats.org/officeDocument/2006/relationships/image"/><Relationship Id="rId25" Target="../media/image97.svg" Type="http://schemas.openxmlformats.org/officeDocument/2006/relationships/image"/><Relationship Id="rId26" Target="../media/image120.png" Type="http://schemas.openxmlformats.org/officeDocument/2006/relationships/image"/><Relationship Id="rId27" Target="../media/image28.png" Type="http://schemas.openxmlformats.org/officeDocument/2006/relationships/image"/><Relationship Id="rId28" Target="../media/image29.png" Type="http://schemas.openxmlformats.org/officeDocument/2006/relationships/image"/><Relationship Id="rId29" Target="../media/image30.svg" Type="http://schemas.openxmlformats.org/officeDocument/2006/relationships/image"/><Relationship Id="rId3" Target="../media/image61.png" Type="http://schemas.openxmlformats.org/officeDocument/2006/relationships/image"/><Relationship Id="rId30" Target="../media/image31.png" Type="http://schemas.openxmlformats.org/officeDocument/2006/relationships/image"/><Relationship Id="rId4" Target="../media/image62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70.png" Type="http://schemas.openxmlformats.org/officeDocument/2006/relationships/image"/><Relationship Id="rId15" Target="../media/image71.svg" Type="http://schemas.openxmlformats.org/officeDocument/2006/relationships/image"/><Relationship Id="rId16" Target="../media/image76.png" Type="http://schemas.openxmlformats.org/officeDocument/2006/relationships/image"/><Relationship Id="rId17" Target="../media/image77.svg" Type="http://schemas.openxmlformats.org/officeDocument/2006/relationships/image"/><Relationship Id="rId18" Target="../media/image72.png" Type="http://schemas.openxmlformats.org/officeDocument/2006/relationships/image"/><Relationship Id="rId19" Target="../media/image73.svg" Type="http://schemas.openxmlformats.org/officeDocument/2006/relationships/image"/><Relationship Id="rId2" Target="../media/image32.jpeg" Type="http://schemas.openxmlformats.org/officeDocument/2006/relationships/image"/><Relationship Id="rId20" Target="../media/image74.png" Type="http://schemas.openxmlformats.org/officeDocument/2006/relationships/image"/><Relationship Id="rId21" Target="../media/image75.svg" Type="http://schemas.openxmlformats.org/officeDocument/2006/relationships/image"/><Relationship Id="rId22" Target="../media/image78.png" Type="http://schemas.openxmlformats.org/officeDocument/2006/relationships/image"/><Relationship Id="rId23" Target="../media/image79.svg" Type="http://schemas.openxmlformats.org/officeDocument/2006/relationships/image"/><Relationship Id="rId24" Target="../media/image42.png" Type="http://schemas.openxmlformats.org/officeDocument/2006/relationships/image"/><Relationship Id="rId25" Target="../media/image43.svg" Type="http://schemas.openxmlformats.org/officeDocument/2006/relationships/image"/><Relationship Id="rId26" Target="../media/image80.png" Type="http://schemas.openxmlformats.org/officeDocument/2006/relationships/image"/><Relationship Id="rId27" Target="../media/image81.svg" Type="http://schemas.openxmlformats.org/officeDocument/2006/relationships/image"/><Relationship Id="rId28" Target="../media/image24.png" Type="http://schemas.openxmlformats.org/officeDocument/2006/relationships/image"/><Relationship Id="rId29" Target="../media/image25.svg" Type="http://schemas.openxmlformats.org/officeDocument/2006/relationships/image"/><Relationship Id="rId3" Target="../media/image5.png" Type="http://schemas.openxmlformats.org/officeDocument/2006/relationships/image"/><Relationship Id="rId30" Target="../media/image26.png" Type="http://schemas.openxmlformats.org/officeDocument/2006/relationships/image"/><Relationship Id="rId31" Target="../media/image27.svg" Type="http://schemas.openxmlformats.org/officeDocument/2006/relationships/image"/><Relationship Id="rId32" Target="../media/image28.png" Type="http://schemas.openxmlformats.org/officeDocument/2006/relationships/image"/><Relationship Id="rId33" Target="../media/image29.png" Type="http://schemas.openxmlformats.org/officeDocument/2006/relationships/image"/><Relationship Id="rId34" Target="../media/image30.svg" Type="http://schemas.openxmlformats.org/officeDocument/2006/relationships/image"/><Relationship Id="rId35" Target="../media/image31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31.png" Type="http://schemas.openxmlformats.org/officeDocument/2006/relationships/image"/><Relationship Id="rId2" Target="../media/image32.jpeg" Type="http://schemas.openxmlformats.org/officeDocument/2006/relationships/image"/><Relationship Id="rId3" Target="../media/image121.png" Type="http://schemas.openxmlformats.org/officeDocument/2006/relationships/image"/><Relationship Id="rId4" Target="../media/image122.svg" Type="http://schemas.openxmlformats.org/officeDocument/2006/relationships/image"/><Relationship Id="rId5" Target="../media/image123.pn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25.png" Type="http://schemas.openxmlformats.org/officeDocument/2006/relationships/image"/><Relationship Id="rId16" Target="../media/image126.svg" Type="http://schemas.openxmlformats.org/officeDocument/2006/relationships/image"/><Relationship Id="rId17" Target="../media/image127.png" Type="http://schemas.openxmlformats.org/officeDocument/2006/relationships/image"/><Relationship Id="rId18" Target="../media/image128.svg" Type="http://schemas.openxmlformats.org/officeDocument/2006/relationships/image"/><Relationship Id="rId19" Target="../media/image16.png" Type="http://schemas.openxmlformats.org/officeDocument/2006/relationships/image"/><Relationship Id="rId2" Target="../media/image1.jpeg" Type="http://schemas.openxmlformats.org/officeDocument/2006/relationships/image"/><Relationship Id="rId20" Target="../media/image17.svg" Type="http://schemas.openxmlformats.org/officeDocument/2006/relationships/image"/><Relationship Id="rId21" Target="../media/image18.png" Type="http://schemas.openxmlformats.org/officeDocument/2006/relationships/image"/><Relationship Id="rId22" Target="../media/image19.svg" Type="http://schemas.openxmlformats.org/officeDocument/2006/relationships/image"/><Relationship Id="rId23" Target="../media/image20.png" Type="http://schemas.openxmlformats.org/officeDocument/2006/relationships/image"/><Relationship Id="rId24" Target="../media/image21.svg" Type="http://schemas.openxmlformats.org/officeDocument/2006/relationships/image"/><Relationship Id="rId25" Target="../media/image61.png" Type="http://schemas.openxmlformats.org/officeDocument/2006/relationships/image"/><Relationship Id="rId26" Target="../media/image62.svg" Type="http://schemas.openxmlformats.org/officeDocument/2006/relationships/image"/><Relationship Id="rId27" Target="../media/image24.png" Type="http://schemas.openxmlformats.org/officeDocument/2006/relationships/image"/><Relationship Id="rId28" Target="../media/image25.svg" Type="http://schemas.openxmlformats.org/officeDocument/2006/relationships/image"/><Relationship Id="rId29" Target="../media/image26.png" Type="http://schemas.openxmlformats.org/officeDocument/2006/relationships/image"/><Relationship Id="rId3" Target="../media/image124.jpeg" Type="http://schemas.openxmlformats.org/officeDocument/2006/relationships/image"/><Relationship Id="rId30" Target="../media/image27.svg" Type="http://schemas.openxmlformats.org/officeDocument/2006/relationships/image"/><Relationship Id="rId31" Target="../media/image28.png" Type="http://schemas.openxmlformats.org/officeDocument/2006/relationships/image"/><Relationship Id="rId32" Target="../media/image29.png" Type="http://schemas.openxmlformats.org/officeDocument/2006/relationships/image"/><Relationship Id="rId33" Target="../media/image30.svg" Type="http://schemas.openxmlformats.org/officeDocument/2006/relationships/image"/><Relationship Id="rId34" Target="../media/image31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21" y="42215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</a:blip>
              <a:stretch>
                <a:fillRect l="0" t="-16668" r="0" b="-1668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-3665944" y="2034369"/>
            <a:ext cx="10972381" cy="6276022"/>
          </a:xfrm>
          <a:custGeom>
            <a:avLst/>
            <a:gdLst/>
            <a:ahLst/>
            <a:cxnLst/>
            <a:rect r="r" b="b" t="t" l="l"/>
            <a:pathLst>
              <a:path h="6276022" w="10972381">
                <a:moveTo>
                  <a:pt x="0" y="0"/>
                </a:moveTo>
                <a:lnTo>
                  <a:pt x="10972381" y="0"/>
                </a:lnTo>
                <a:lnTo>
                  <a:pt x="10972381" y="6276022"/>
                </a:lnTo>
                <a:lnTo>
                  <a:pt x="0" y="62760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7483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944979" y="1918564"/>
            <a:ext cx="10340426" cy="8954348"/>
            <a:chOff x="0" y="0"/>
            <a:chExt cx="13787234" cy="11939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87120" cy="11939143"/>
            </a:xfrm>
            <a:custGeom>
              <a:avLst/>
              <a:gdLst/>
              <a:ahLst/>
              <a:cxnLst/>
              <a:rect r="r" b="b" t="t" l="l"/>
              <a:pathLst>
                <a:path h="11939143" w="13787120">
                  <a:moveTo>
                    <a:pt x="10340467" y="0"/>
                  </a:moveTo>
                  <a:lnTo>
                    <a:pt x="3446780" y="0"/>
                  </a:lnTo>
                  <a:lnTo>
                    <a:pt x="0" y="5969508"/>
                  </a:lnTo>
                  <a:lnTo>
                    <a:pt x="3446780" y="11939143"/>
                  </a:lnTo>
                  <a:lnTo>
                    <a:pt x="10340340" y="11939143"/>
                  </a:lnTo>
                  <a:lnTo>
                    <a:pt x="13787120" y="5969635"/>
                  </a:lnTo>
                  <a:close/>
                </a:path>
              </a:pathLst>
            </a:custGeom>
            <a:blipFill>
              <a:blip r:embed="rId5"/>
              <a:stretch>
                <a:fillRect l="-35994" t="-463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038638" y="1897656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34342" y="8187290"/>
            <a:ext cx="2393061" cy="2031521"/>
          </a:xfrm>
          <a:custGeom>
            <a:avLst/>
            <a:gdLst/>
            <a:ahLst/>
            <a:cxnLst/>
            <a:rect r="r" b="b" t="t" l="l"/>
            <a:pathLst>
              <a:path h="2031521" w="2393061">
                <a:moveTo>
                  <a:pt x="0" y="0"/>
                </a:moveTo>
                <a:lnTo>
                  <a:pt x="2393061" y="0"/>
                </a:lnTo>
                <a:lnTo>
                  <a:pt x="2393061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0800000">
            <a:off x="11944979" y="1577826"/>
            <a:ext cx="2460574" cy="544401"/>
            <a:chOff x="0" y="0"/>
            <a:chExt cx="3280766" cy="7258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659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038638" y="-66818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1909" y="2469439"/>
            <a:ext cx="12321415" cy="145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31"/>
              </a:lnSpc>
            </a:pPr>
            <a:r>
              <a:rPr lang="en-US" sz="7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BÁO CÁO ĐỒ ÁN TỐT NGHIỆP</a:t>
            </a:r>
          </a:p>
        </p:txBody>
      </p:sp>
      <p:grpSp>
        <p:nvGrpSpPr>
          <p:cNvPr name="Group 13" id="13"/>
          <p:cNvGrpSpPr/>
          <p:nvPr/>
        </p:nvGrpSpPr>
        <p:grpSpPr>
          <a:xfrm rot="-10800000">
            <a:off x="10366820" y="7873536"/>
            <a:ext cx="2460574" cy="544401"/>
            <a:chOff x="0" y="0"/>
            <a:chExt cx="3280766" cy="725868"/>
          </a:xfrm>
        </p:grpSpPr>
        <p:sp>
          <p:nvSpPr>
            <p:cNvPr name="Freeform 14" id="14"/>
            <p:cNvSpPr/>
            <p:nvPr/>
          </p:nvSpPr>
          <p:spPr>
            <a:xfrm flipH="tru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3280791" y="0"/>
                  </a:moveTo>
                  <a:lnTo>
                    <a:pt x="0" y="0"/>
                  </a:lnTo>
                  <a:lnTo>
                    <a:pt x="0" y="725932"/>
                  </a:lnTo>
                  <a:lnTo>
                    <a:pt x="3280791" y="725932"/>
                  </a:lnTo>
                  <a:lnTo>
                    <a:pt x="3280791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659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0434342" y="6093362"/>
            <a:ext cx="2393061" cy="2093928"/>
          </a:xfrm>
          <a:custGeom>
            <a:avLst/>
            <a:gdLst/>
            <a:ahLst/>
            <a:cxnLst/>
            <a:rect r="r" b="b" t="t" l="l"/>
            <a:pathLst>
              <a:path h="2093928" w="2393061">
                <a:moveTo>
                  <a:pt x="0" y="0"/>
                </a:moveTo>
                <a:lnTo>
                  <a:pt x="2393061" y="0"/>
                </a:lnTo>
                <a:lnTo>
                  <a:pt x="2393061" y="2093928"/>
                </a:lnTo>
                <a:lnTo>
                  <a:pt x="0" y="20939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918562" y="4017264"/>
            <a:ext cx="11844595" cy="3295745"/>
          </a:xfrm>
          <a:custGeom>
            <a:avLst/>
            <a:gdLst/>
            <a:ahLst/>
            <a:cxnLst/>
            <a:rect r="r" b="b" t="t" l="l"/>
            <a:pathLst>
              <a:path h="3295745" w="11844595">
                <a:moveTo>
                  <a:pt x="0" y="0"/>
                </a:moveTo>
                <a:lnTo>
                  <a:pt x="11844594" y="0"/>
                </a:lnTo>
                <a:lnTo>
                  <a:pt x="11844594" y="3295745"/>
                </a:lnTo>
                <a:lnTo>
                  <a:pt x="0" y="32957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668973" y="8311115"/>
            <a:ext cx="2393061" cy="2093928"/>
          </a:xfrm>
          <a:custGeom>
            <a:avLst/>
            <a:gdLst/>
            <a:ahLst/>
            <a:cxnLst/>
            <a:rect r="r" b="b" t="t" l="l"/>
            <a:pathLst>
              <a:path h="2093928" w="2393061">
                <a:moveTo>
                  <a:pt x="0" y="0"/>
                </a:moveTo>
                <a:lnTo>
                  <a:pt x="2393061" y="0"/>
                </a:lnTo>
                <a:lnTo>
                  <a:pt x="2393061" y="2093928"/>
                </a:lnTo>
                <a:lnTo>
                  <a:pt x="0" y="20939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549977" y="1267558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4" y="0"/>
                </a:lnTo>
                <a:lnTo>
                  <a:pt x="606104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16642" y="8187290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0"/>
                </a:lnTo>
                <a:lnTo>
                  <a:pt x="0" y="546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11932" y="6093362"/>
            <a:ext cx="384315" cy="346605"/>
          </a:xfrm>
          <a:custGeom>
            <a:avLst/>
            <a:gdLst/>
            <a:ahLst/>
            <a:cxnLst/>
            <a:rect r="r" b="b" t="t" l="l"/>
            <a:pathLst>
              <a:path h="346605" w="384315">
                <a:moveTo>
                  <a:pt x="0" y="0"/>
                </a:moveTo>
                <a:lnTo>
                  <a:pt x="384314" y="0"/>
                </a:lnTo>
                <a:lnTo>
                  <a:pt x="384314" y="346605"/>
                </a:lnTo>
                <a:lnTo>
                  <a:pt x="0" y="3466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235168" y="-642976"/>
            <a:ext cx="7852343" cy="4109437"/>
          </a:xfrm>
          <a:custGeom>
            <a:avLst/>
            <a:gdLst/>
            <a:ahLst/>
            <a:cxnLst/>
            <a:rect r="r" b="b" t="t" l="l"/>
            <a:pathLst>
              <a:path h="4109437" w="7852343">
                <a:moveTo>
                  <a:pt x="0" y="0"/>
                </a:moveTo>
                <a:lnTo>
                  <a:pt x="7852344" y="0"/>
                </a:lnTo>
                <a:lnTo>
                  <a:pt x="7852344" y="4109438"/>
                </a:lnTo>
                <a:lnTo>
                  <a:pt x="0" y="410943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844335" y="6907126"/>
          <a:ext cx="8204200" cy="2184400"/>
        </p:xfrm>
        <a:graphic>
          <a:graphicData uri="http://schemas.openxmlformats.org/drawingml/2006/table">
            <a:tbl>
              <a:tblPr/>
              <a:tblGrid>
                <a:gridCol w="4187496"/>
                <a:gridCol w="4016704"/>
              </a:tblGrid>
              <a:tr h="546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Giảng viên hướng dẫn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TS. Nguyễn Ngọc Khải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Sinh viên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Lê Văn Hải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Lớp chuyên ngành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2022ĐHCNTT06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Khóa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23" id="23"/>
          <p:cNvSpPr txBox="true"/>
          <p:nvPr/>
        </p:nvSpPr>
        <p:spPr>
          <a:xfrm rot="0">
            <a:off x="1028700" y="4400888"/>
            <a:ext cx="8758695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0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XÂY DỰNG HỆ THỐNG QUẢN LÝ SẢN XUẤT VÀ KINH DOANH CHO DOANH NGHIỆP NHỎ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0" y="-1536097"/>
            <a:ext cx="18717304" cy="3658324"/>
            <a:chOff x="0" y="0"/>
            <a:chExt cx="24956405" cy="4877765"/>
          </a:xfrm>
        </p:grpSpPr>
        <p:sp>
          <p:nvSpPr>
            <p:cNvPr name="Freeform 25" id="25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7" id="27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9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1000"/>
              </a:blip>
              <a:stretch>
                <a:fillRect l="0" t="-16668" r="0" b="-1668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3845" y="2886457"/>
            <a:ext cx="6992170" cy="83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6"/>
              </a:lnSpc>
            </a:pPr>
            <a:r>
              <a:rPr lang="en-US" sz="6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NỘI DUNG CHÍNH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70136" y="4156752"/>
            <a:ext cx="6075880" cy="3168981"/>
            <a:chOff x="0" y="0"/>
            <a:chExt cx="8101173" cy="42253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162055" y="114543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056611" y="637681"/>
              <a:ext cx="4687136" cy="643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63"/>
                </a:lnSpc>
              </a:pPr>
              <a:r>
                <a:rPr lang="en-US" sz="3303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Tổng quan đề tài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45682" y="551749"/>
              <a:ext cx="781667" cy="51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44223" y="4156752"/>
            <a:ext cx="6625473" cy="3168981"/>
            <a:chOff x="0" y="0"/>
            <a:chExt cx="8833964" cy="42253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62055" y="114543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084213" y="609321"/>
              <a:ext cx="6749751" cy="6814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377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Phân tích hệ thống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71774" y="584325"/>
              <a:ext cx="781667" cy="51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54845" y="6346498"/>
            <a:ext cx="6404230" cy="3204920"/>
            <a:chOff x="0" y="0"/>
            <a:chExt cx="8538973" cy="42732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599855" y="162462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543166" y="601935"/>
              <a:ext cx="781667" cy="910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867999" y="615661"/>
              <a:ext cx="6009709" cy="7366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377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Xây dựng &amp; Kiểm thử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70136" y="6468344"/>
            <a:ext cx="6075880" cy="3168990"/>
            <a:chOff x="0" y="0"/>
            <a:chExt cx="8101173" cy="42253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162055" y="114555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084213" y="609333"/>
              <a:ext cx="5791589" cy="6814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377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Thiết kế hệ thống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45682" y="566109"/>
              <a:ext cx="781667" cy="51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772927" y="8562225"/>
            <a:ext cx="5204338" cy="3083073"/>
          </a:xfrm>
          <a:custGeom>
            <a:avLst/>
            <a:gdLst/>
            <a:ahLst/>
            <a:cxnLst/>
            <a:rect r="r" b="b" t="t" l="l"/>
            <a:pathLst>
              <a:path h="3083073" w="5204338">
                <a:moveTo>
                  <a:pt x="0" y="0"/>
                </a:moveTo>
                <a:lnTo>
                  <a:pt x="5204339" y="0"/>
                </a:lnTo>
                <a:lnTo>
                  <a:pt x="5204339" y="3083073"/>
                </a:lnTo>
                <a:lnTo>
                  <a:pt x="0" y="3083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5665705" y="8463543"/>
            <a:ext cx="7297548" cy="3181754"/>
            <a:chOff x="0" y="0"/>
            <a:chExt cx="9730064" cy="42423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790946" y="131575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720650" y="601935"/>
              <a:ext cx="567968" cy="910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288618" y="455046"/>
              <a:ext cx="8441446" cy="861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581"/>
                </a:lnSpc>
              </a:pPr>
              <a:r>
                <a:rPr lang="en-US" sz="377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Kết luận và hướng phát triển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34" id="34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6" id="36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15852724" y="319243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-10800000">
            <a:off x="15759074" y="-588"/>
            <a:ext cx="2460574" cy="544401"/>
            <a:chOff x="0" y="0"/>
            <a:chExt cx="3280766" cy="7258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-659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15852724" y="-1645222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7080897" y="1516240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5" y="0"/>
                </a:lnTo>
                <a:lnTo>
                  <a:pt x="925325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7811921" y="71870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7953549" y="-51613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3" y="0"/>
                </a:lnTo>
                <a:lnTo>
                  <a:pt x="411203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6036" y="400917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0"/>
                </a:lnTo>
                <a:lnTo>
                  <a:pt x="0" y="546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57643" y="3450650"/>
            <a:ext cx="7447264" cy="6836350"/>
          </a:xfrm>
          <a:custGeom>
            <a:avLst/>
            <a:gdLst/>
            <a:ahLst/>
            <a:cxnLst/>
            <a:rect r="r" b="b" t="t" l="l"/>
            <a:pathLst>
              <a:path h="6836350" w="7447264">
                <a:moveTo>
                  <a:pt x="0" y="0"/>
                </a:moveTo>
                <a:lnTo>
                  <a:pt x="7447264" y="0"/>
                </a:lnTo>
                <a:lnTo>
                  <a:pt x="7447264" y="6836350"/>
                </a:lnTo>
                <a:lnTo>
                  <a:pt x="0" y="68363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533576" y="4632122"/>
            <a:ext cx="7895663" cy="6837293"/>
            <a:chOff x="0" y="0"/>
            <a:chExt cx="10527551" cy="91163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27538" cy="9116441"/>
            </a:xfrm>
            <a:custGeom>
              <a:avLst/>
              <a:gdLst/>
              <a:ahLst/>
              <a:cxnLst/>
              <a:rect r="r" b="b" t="t" l="l"/>
              <a:pathLst>
                <a:path h="9116441" w="10527538">
                  <a:moveTo>
                    <a:pt x="7895717" y="0"/>
                  </a:moveTo>
                  <a:lnTo>
                    <a:pt x="2631948" y="0"/>
                  </a:lnTo>
                  <a:lnTo>
                    <a:pt x="0" y="4558157"/>
                  </a:lnTo>
                  <a:lnTo>
                    <a:pt x="2631948" y="9116441"/>
                  </a:lnTo>
                  <a:lnTo>
                    <a:pt x="7895717" y="9116441"/>
                  </a:lnTo>
                  <a:lnTo>
                    <a:pt x="10527538" y="4558157"/>
                  </a:lnTo>
                  <a:close/>
                </a:path>
              </a:pathLst>
            </a:custGeom>
            <a:blipFill>
              <a:blip r:embed="rId16"/>
              <a:stretch>
                <a:fillRect l="-29776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117228" y="8323936"/>
            <a:ext cx="2813647" cy="2537555"/>
          </a:xfrm>
          <a:custGeom>
            <a:avLst/>
            <a:gdLst/>
            <a:ahLst/>
            <a:cxnLst/>
            <a:rect r="r" b="b" t="t" l="l"/>
            <a:pathLst>
              <a:path h="2537555" w="2813647">
                <a:moveTo>
                  <a:pt x="0" y="0"/>
                </a:moveTo>
                <a:lnTo>
                  <a:pt x="2813646" y="0"/>
                </a:lnTo>
                <a:lnTo>
                  <a:pt x="2813646" y="2537555"/>
                </a:lnTo>
                <a:lnTo>
                  <a:pt x="0" y="25375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27472" y="8139836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4" y="0"/>
                </a:lnTo>
                <a:lnTo>
                  <a:pt x="606104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475618" y="3618081"/>
            <a:ext cx="606104" cy="507587"/>
          </a:xfrm>
          <a:custGeom>
            <a:avLst/>
            <a:gdLst/>
            <a:ahLst/>
            <a:cxnLst/>
            <a:rect r="r" b="b" t="t" l="l"/>
            <a:pathLst>
              <a:path h="507587" w="606104">
                <a:moveTo>
                  <a:pt x="0" y="0"/>
                </a:moveTo>
                <a:lnTo>
                  <a:pt x="606104" y="0"/>
                </a:lnTo>
                <a:lnTo>
                  <a:pt x="606104" y="507587"/>
                </a:lnTo>
                <a:lnTo>
                  <a:pt x="0" y="50758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844299" y="7029336"/>
            <a:ext cx="388591" cy="325422"/>
          </a:xfrm>
          <a:custGeom>
            <a:avLst/>
            <a:gdLst/>
            <a:ahLst/>
            <a:cxnLst/>
            <a:rect r="r" b="b" t="t" l="l"/>
            <a:pathLst>
              <a:path h="325422" w="388591">
                <a:moveTo>
                  <a:pt x="0" y="0"/>
                </a:moveTo>
                <a:lnTo>
                  <a:pt x="388592" y="0"/>
                </a:lnTo>
                <a:lnTo>
                  <a:pt x="388592" y="325421"/>
                </a:lnTo>
                <a:lnTo>
                  <a:pt x="0" y="32542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76036" y="3490762"/>
            <a:ext cx="5683746" cy="69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9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TỔNG QUAN ĐỀ TÀI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88050" y="4917424"/>
            <a:ext cx="6017902" cy="4223822"/>
            <a:chOff x="0" y="0"/>
            <a:chExt cx="8023869" cy="56317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3934" cy="1279641"/>
            </a:xfrm>
            <a:custGeom>
              <a:avLst/>
              <a:gdLst/>
              <a:ahLst/>
              <a:cxnLst/>
              <a:rect r="r" b="b" t="t" l="l"/>
              <a:pathLst>
                <a:path h="1279641" w="1273934">
                  <a:moveTo>
                    <a:pt x="0" y="0"/>
                  </a:moveTo>
                  <a:lnTo>
                    <a:pt x="1273934" y="0"/>
                  </a:lnTo>
                  <a:lnTo>
                    <a:pt x="1273934" y="1279641"/>
                  </a:lnTo>
                  <a:lnTo>
                    <a:pt x="0" y="1279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2172526"/>
              <a:ext cx="1273934" cy="1279641"/>
            </a:xfrm>
            <a:custGeom>
              <a:avLst/>
              <a:gdLst/>
              <a:ahLst/>
              <a:cxnLst/>
              <a:rect r="r" b="b" t="t" l="l"/>
              <a:pathLst>
                <a:path h="1279641" w="1273934">
                  <a:moveTo>
                    <a:pt x="0" y="0"/>
                  </a:moveTo>
                  <a:lnTo>
                    <a:pt x="1273934" y="0"/>
                  </a:lnTo>
                  <a:lnTo>
                    <a:pt x="1273934" y="1279641"/>
                  </a:lnTo>
                  <a:lnTo>
                    <a:pt x="0" y="1279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4352123"/>
              <a:ext cx="1273934" cy="1279641"/>
            </a:xfrm>
            <a:custGeom>
              <a:avLst/>
              <a:gdLst/>
              <a:ahLst/>
              <a:cxnLst/>
              <a:rect r="r" b="b" t="t" l="l"/>
              <a:pathLst>
                <a:path h="1279641" w="1273934">
                  <a:moveTo>
                    <a:pt x="0" y="0"/>
                  </a:moveTo>
                  <a:lnTo>
                    <a:pt x="1273934" y="0"/>
                  </a:lnTo>
                  <a:lnTo>
                    <a:pt x="1273934" y="1279640"/>
                  </a:lnTo>
                  <a:lnTo>
                    <a:pt x="0" y="1279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2497" y="2425969"/>
              <a:ext cx="772755" cy="772755"/>
            </a:xfrm>
            <a:custGeom>
              <a:avLst/>
              <a:gdLst/>
              <a:ahLst/>
              <a:cxnLst/>
              <a:rect r="r" b="b" t="t" l="l"/>
              <a:pathLst>
                <a:path h="772755" w="772755">
                  <a:moveTo>
                    <a:pt x="0" y="0"/>
                  </a:moveTo>
                  <a:lnTo>
                    <a:pt x="772755" y="0"/>
                  </a:lnTo>
                  <a:lnTo>
                    <a:pt x="772755" y="772755"/>
                  </a:lnTo>
                  <a:lnTo>
                    <a:pt x="0" y="772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16363" y="229216"/>
              <a:ext cx="645023" cy="821209"/>
            </a:xfrm>
            <a:custGeom>
              <a:avLst/>
              <a:gdLst/>
              <a:ahLst/>
              <a:cxnLst/>
              <a:rect r="r" b="b" t="t" l="l"/>
              <a:pathLst>
                <a:path h="821209" w="645023">
                  <a:moveTo>
                    <a:pt x="0" y="0"/>
                  </a:moveTo>
                  <a:lnTo>
                    <a:pt x="645023" y="0"/>
                  </a:lnTo>
                  <a:lnTo>
                    <a:pt x="645023" y="821209"/>
                  </a:lnTo>
                  <a:lnTo>
                    <a:pt x="0" y="821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24925" y="4601553"/>
              <a:ext cx="824083" cy="824083"/>
            </a:xfrm>
            <a:custGeom>
              <a:avLst/>
              <a:gdLst/>
              <a:ahLst/>
              <a:cxnLst/>
              <a:rect r="r" b="b" t="t" l="l"/>
              <a:pathLst>
                <a:path h="824083" w="824083">
                  <a:moveTo>
                    <a:pt x="0" y="0"/>
                  </a:moveTo>
                  <a:lnTo>
                    <a:pt x="824083" y="0"/>
                  </a:lnTo>
                  <a:lnTo>
                    <a:pt x="824083" y="824083"/>
                  </a:lnTo>
                  <a:lnTo>
                    <a:pt x="0" y="824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606681" y="353041"/>
              <a:ext cx="5295915" cy="585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1"/>
                </a:lnSpc>
              </a:pPr>
              <a:r>
                <a:rPr lang="en-US" sz="35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Lý do chọn đề tài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606681" y="2549794"/>
              <a:ext cx="5295915" cy="585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1"/>
                </a:lnSpc>
              </a:pPr>
              <a:r>
                <a:rPr lang="en-US" sz="35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Mục tiêu đề tài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542923" y="4714579"/>
              <a:ext cx="6480945" cy="585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1"/>
                </a:lnSpc>
              </a:pPr>
              <a:r>
                <a:rPr lang="en-US" sz="35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Công nghệ sử dụng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0" y="-1647392"/>
            <a:ext cx="18717304" cy="3658324"/>
            <a:chOff x="0" y="0"/>
            <a:chExt cx="24956405" cy="4877765"/>
          </a:xfrm>
        </p:grpSpPr>
        <p:sp>
          <p:nvSpPr>
            <p:cNvPr name="Freeform 30" id="30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5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-10800000">
            <a:off x="17121145" y="32999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-10800000">
            <a:off x="16863341" y="5993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3600311" y="7724813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082" y="8795185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40198" y="8943565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1" y="0"/>
                </a:lnTo>
                <a:lnTo>
                  <a:pt x="1809141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783967" y="3806086"/>
            <a:ext cx="9358856" cy="1018752"/>
            <a:chOff x="0" y="0"/>
            <a:chExt cx="12478474" cy="1358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34969" y="-76200"/>
              <a:ext cx="11443506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Phần lớn các xưởng nhô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 kính vừa và nhỏ vẫn quản lý bằng Excel hoặc sổ sách thủ công.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0256" y="2622484"/>
            <a:ext cx="1076888" cy="1081712"/>
            <a:chOff x="0" y="0"/>
            <a:chExt cx="1435851" cy="14422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5851" cy="1442283"/>
            </a:xfrm>
            <a:custGeom>
              <a:avLst/>
              <a:gdLst/>
              <a:ahLst/>
              <a:cxnLst/>
              <a:rect r="r" b="b" t="t" l="l"/>
              <a:pathLst>
                <a:path h="1442283" w="1435851">
                  <a:moveTo>
                    <a:pt x="0" y="0"/>
                  </a:moveTo>
                  <a:lnTo>
                    <a:pt x="1435851" y="0"/>
                  </a:lnTo>
                  <a:lnTo>
                    <a:pt x="1435851" y="1442283"/>
                  </a:lnTo>
                  <a:lnTo>
                    <a:pt x="0" y="1442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56573" y="258349"/>
              <a:ext cx="727005" cy="925585"/>
            </a:xfrm>
            <a:custGeom>
              <a:avLst/>
              <a:gdLst/>
              <a:ahLst/>
              <a:cxnLst/>
              <a:rect r="r" b="b" t="t" l="l"/>
              <a:pathLst>
                <a:path h="925585" w="727005">
                  <a:moveTo>
                    <a:pt x="0" y="0"/>
                  </a:moveTo>
                  <a:lnTo>
                    <a:pt x="727005" y="0"/>
                  </a:lnTo>
                  <a:lnTo>
                    <a:pt x="727005" y="925585"/>
                  </a:lnTo>
                  <a:lnTo>
                    <a:pt x="0" y="92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783967" y="4983331"/>
            <a:ext cx="9061074" cy="1018752"/>
            <a:chOff x="0" y="0"/>
            <a:chExt cx="12081432" cy="13583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034969" y="-76200"/>
              <a:ext cx="11046464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Dữ liệu rời rạc, khó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kiểm soát tiến độ, tồn kho và chi phí sản xuất.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52026" y="7776433"/>
            <a:ext cx="7463882" cy="1018752"/>
            <a:chOff x="0" y="0"/>
            <a:chExt cx="9951843" cy="13583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034969" y="-76200"/>
              <a:ext cx="8916874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Quy trình phối hợp giữa kinh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doanh – kỹ thuật – kho – sản xuất chưa đồng bộ.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83931" y="3806086"/>
            <a:ext cx="5935408" cy="3402444"/>
          </a:xfrm>
          <a:custGeom>
            <a:avLst/>
            <a:gdLst/>
            <a:ahLst/>
            <a:cxnLst/>
            <a:rect r="r" b="b" t="t" l="l"/>
            <a:pathLst>
              <a:path h="3402444" w="5935408">
                <a:moveTo>
                  <a:pt x="0" y="0"/>
                </a:moveTo>
                <a:lnTo>
                  <a:pt x="5935408" y="0"/>
                </a:lnTo>
                <a:lnTo>
                  <a:pt x="5935408" y="3402444"/>
                </a:lnTo>
                <a:lnTo>
                  <a:pt x="0" y="340244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4514" r="0" b="-4514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92042" y="6339973"/>
            <a:ext cx="6067258" cy="3261151"/>
          </a:xfrm>
          <a:custGeom>
            <a:avLst/>
            <a:gdLst/>
            <a:ahLst/>
            <a:cxnLst/>
            <a:rect r="r" b="b" t="t" l="l"/>
            <a:pathLst>
              <a:path h="3261151" w="6067258">
                <a:moveTo>
                  <a:pt x="0" y="0"/>
                </a:moveTo>
                <a:lnTo>
                  <a:pt x="6067258" y="0"/>
                </a:lnTo>
                <a:lnTo>
                  <a:pt x="6067258" y="3261151"/>
                </a:lnTo>
                <a:lnTo>
                  <a:pt x="0" y="32611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-35628" y="-1550190"/>
            <a:ext cx="18717304" cy="3658324"/>
            <a:chOff x="0" y="0"/>
            <a:chExt cx="24956405" cy="4877765"/>
          </a:xfrm>
        </p:grpSpPr>
        <p:sp>
          <p:nvSpPr>
            <p:cNvPr name="Freeform 22" id="22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4" id="24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715368" y="2773496"/>
            <a:ext cx="5375822" cy="7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0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Lý do chọn đề tài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7391993" y="-513494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5" y="0"/>
                </a:lnTo>
                <a:lnTo>
                  <a:pt x="1842145" y="1611877"/>
                </a:lnTo>
                <a:lnTo>
                  <a:pt x="0" y="16118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394649" y="1318039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1" y="0"/>
                </a:lnTo>
                <a:lnTo>
                  <a:pt x="1809141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466878" y="-365114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3000"/>
              </a:blip>
              <a:stretch>
                <a:fillRect l="0" t="-16668" r="0" b="-1668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10800000">
            <a:off x="17242965" y="-263757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130265" y="1543193"/>
            <a:ext cx="2460574" cy="544401"/>
            <a:chOff x="0" y="0"/>
            <a:chExt cx="3280766" cy="725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659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-10800000">
            <a:off x="17242965" y="1740827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7343692" y="-26375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5" y="0"/>
                </a:lnTo>
                <a:lnTo>
                  <a:pt x="925325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7149401" y="101784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2"/>
                </a:lnTo>
                <a:lnTo>
                  <a:pt x="0" y="3504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659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8414" y="5332605"/>
            <a:ext cx="7864916" cy="3547758"/>
          </a:xfrm>
          <a:custGeom>
            <a:avLst/>
            <a:gdLst/>
            <a:ahLst/>
            <a:cxnLst/>
            <a:rect r="r" b="b" t="t" l="l"/>
            <a:pathLst>
              <a:path h="3547758" w="7864916">
                <a:moveTo>
                  <a:pt x="0" y="0"/>
                </a:moveTo>
                <a:lnTo>
                  <a:pt x="7864916" y="0"/>
                </a:lnTo>
                <a:lnTo>
                  <a:pt x="7864916" y="3547757"/>
                </a:lnTo>
                <a:lnTo>
                  <a:pt x="0" y="35477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25044" y="5053027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true" rot="0">
            <a:off x="4163675" y="3952937"/>
            <a:ext cx="794385" cy="1011374"/>
          </a:xfrm>
          <a:custGeom>
            <a:avLst/>
            <a:gdLst/>
            <a:ahLst/>
            <a:cxnLst/>
            <a:rect r="r" b="b" t="t" l="l"/>
            <a:pathLst>
              <a:path h="1011374" w="794385">
                <a:moveTo>
                  <a:pt x="0" y="1011374"/>
                </a:moveTo>
                <a:lnTo>
                  <a:pt x="794385" y="1011374"/>
                </a:lnTo>
                <a:lnTo>
                  <a:pt x="794385" y="0"/>
                </a:lnTo>
                <a:lnTo>
                  <a:pt x="0" y="0"/>
                </a:lnTo>
                <a:lnTo>
                  <a:pt x="0" y="1011374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-51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29066" y="2597789"/>
            <a:ext cx="4269218" cy="850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954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Mục tiêu đề tài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049298" y="4025394"/>
            <a:ext cx="7482935" cy="4854969"/>
            <a:chOff x="0" y="0"/>
            <a:chExt cx="9977247" cy="64732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1742948"/>
              <a:ext cx="9977247" cy="4730344"/>
            </a:xfrm>
            <a:custGeom>
              <a:avLst/>
              <a:gdLst/>
              <a:ahLst/>
              <a:cxnLst/>
              <a:rect r="r" b="b" t="t" l="l"/>
              <a:pathLst>
                <a:path h="4730344" w="9977247">
                  <a:moveTo>
                    <a:pt x="0" y="0"/>
                  </a:moveTo>
                  <a:lnTo>
                    <a:pt x="9977247" y="0"/>
                  </a:lnTo>
                  <a:lnTo>
                    <a:pt x="9977247" y="4730344"/>
                  </a:lnTo>
                  <a:lnTo>
                    <a:pt x="0" y="473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975563" y="1370178"/>
              <a:ext cx="8628888" cy="1144791"/>
            </a:xfrm>
            <a:custGeom>
              <a:avLst/>
              <a:gdLst/>
              <a:ahLst/>
              <a:cxnLst/>
              <a:rect r="r" b="b" t="t" l="l"/>
              <a:pathLst>
                <a:path h="1144791" w="8628888">
                  <a:moveTo>
                    <a:pt x="0" y="0"/>
                  </a:moveTo>
                  <a:lnTo>
                    <a:pt x="8628888" y="0"/>
                  </a:lnTo>
                  <a:lnTo>
                    <a:pt x="8628888" y="1144790"/>
                  </a:lnTo>
                  <a:lnTo>
                    <a:pt x="0" y="1144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673181" y="0"/>
              <a:ext cx="1233665" cy="1251877"/>
            </a:xfrm>
            <a:custGeom>
              <a:avLst/>
              <a:gdLst/>
              <a:ahLst/>
              <a:cxnLst/>
              <a:rect r="r" b="b" t="t" l="l"/>
              <a:pathLst>
                <a:path h="1251877" w="1233665">
                  <a:moveTo>
                    <a:pt x="0" y="0"/>
                  </a:moveTo>
                  <a:lnTo>
                    <a:pt x="1233665" y="0"/>
                  </a:lnTo>
                  <a:lnTo>
                    <a:pt x="1233665" y="1251877"/>
                  </a:lnTo>
                  <a:lnTo>
                    <a:pt x="0" y="1251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-45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877070" y="3243620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291934" y="2946025"/>
              <a:ext cx="43585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Giảm sai sót vật tư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877070" y="496594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1291934" y="4668350"/>
              <a:ext cx="5306290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Tăng hiệu quả vận hành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877070" y="4042532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4"/>
                  </a:lnTo>
                  <a:lnTo>
                    <a:pt x="0" y="292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291934" y="3744938"/>
              <a:ext cx="3805691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Tối ưu thời gian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714331" y="1701003"/>
              <a:ext cx="6570864" cy="792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Hiệu quả đạt được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10800000">
            <a:off x="16985161" y="1767764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628414" y="2547322"/>
            <a:ext cx="1120153" cy="1125171"/>
            <a:chOff x="0" y="0"/>
            <a:chExt cx="1493537" cy="15002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93537" cy="1500228"/>
            </a:xfrm>
            <a:custGeom>
              <a:avLst/>
              <a:gdLst/>
              <a:ahLst/>
              <a:cxnLst/>
              <a:rect r="r" b="b" t="t" l="l"/>
              <a:pathLst>
                <a:path h="1500228" w="1493537">
                  <a:moveTo>
                    <a:pt x="0" y="0"/>
                  </a:moveTo>
                  <a:lnTo>
                    <a:pt x="1493537" y="0"/>
                  </a:lnTo>
                  <a:lnTo>
                    <a:pt x="1493537" y="1500228"/>
                  </a:lnTo>
                  <a:lnTo>
                    <a:pt x="0" y="1500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96023" y="297132"/>
              <a:ext cx="905964" cy="905964"/>
            </a:xfrm>
            <a:custGeom>
              <a:avLst/>
              <a:gdLst/>
              <a:ahLst/>
              <a:cxnLst/>
              <a:rect r="r" b="b" t="t" l="l"/>
              <a:pathLst>
                <a:path h="905964" w="905964">
                  <a:moveTo>
                    <a:pt x="0" y="0"/>
                  </a:moveTo>
                  <a:lnTo>
                    <a:pt x="905964" y="0"/>
                  </a:lnTo>
                  <a:lnTo>
                    <a:pt x="905964" y="905964"/>
                  </a:lnTo>
                  <a:lnTo>
                    <a:pt x="0" y="905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40756" y="6370855"/>
            <a:ext cx="3264140" cy="457169"/>
            <a:chOff x="0" y="0"/>
            <a:chExt cx="4352187" cy="6095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414864" y="-76200"/>
              <a:ext cx="3937323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Quản lý tập trung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40756" y="7106483"/>
            <a:ext cx="5692741" cy="457169"/>
            <a:chOff x="0" y="0"/>
            <a:chExt cx="7590321" cy="6095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414864" y="-76200"/>
              <a:ext cx="7175457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Quản lý đơn hàng, kho, sản xuất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60501" y="7830164"/>
            <a:ext cx="5396570" cy="457169"/>
            <a:chOff x="0" y="0"/>
            <a:chExt cx="7195427" cy="60955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414864" y="-76200"/>
              <a:ext cx="6780563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Đồng bộ dữ liệu doanh nghiệp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005349" y="5246880"/>
            <a:ext cx="4928148" cy="61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Quản lý hệ thống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0" y="-1570730"/>
            <a:ext cx="18717304" cy="3658324"/>
            <a:chOff x="0" y="0"/>
            <a:chExt cx="24956405" cy="4877765"/>
          </a:xfrm>
        </p:grpSpPr>
        <p:sp>
          <p:nvSpPr>
            <p:cNvPr name="Freeform 49" id="4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1" id="5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53" id="5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55" id="5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41845" y="2969378"/>
            <a:ext cx="3556056" cy="2256108"/>
            <a:chOff x="0" y="0"/>
            <a:chExt cx="9020759" cy="57231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20810" cy="5723128"/>
            </a:xfrm>
            <a:custGeom>
              <a:avLst/>
              <a:gdLst/>
              <a:ahLst/>
              <a:cxnLst/>
              <a:rect r="r" b="b" t="t" l="l"/>
              <a:pathLst>
                <a:path h="5723128" w="9020810">
                  <a:moveTo>
                    <a:pt x="0" y="0"/>
                  </a:moveTo>
                  <a:lnTo>
                    <a:pt x="9020810" y="0"/>
                  </a:lnTo>
                  <a:lnTo>
                    <a:pt x="9020810" y="5723128"/>
                  </a:lnTo>
                  <a:lnTo>
                    <a:pt x="0" y="5723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107" r="0" b="-910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541845" y="7301496"/>
            <a:ext cx="4117566" cy="2612353"/>
            <a:chOff x="0" y="0"/>
            <a:chExt cx="9020759" cy="57231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20810" cy="5723128"/>
            </a:xfrm>
            <a:custGeom>
              <a:avLst/>
              <a:gdLst/>
              <a:ahLst/>
              <a:cxnLst/>
              <a:rect r="r" b="b" t="t" l="l"/>
              <a:pathLst>
                <a:path h="5723128" w="9020810">
                  <a:moveTo>
                    <a:pt x="0" y="0"/>
                  </a:moveTo>
                  <a:lnTo>
                    <a:pt x="9020810" y="0"/>
                  </a:lnTo>
                  <a:lnTo>
                    <a:pt x="9020810" y="5723128"/>
                  </a:lnTo>
                  <a:lnTo>
                    <a:pt x="0" y="5723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02" t="0" r="-1070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31149" y="2658005"/>
            <a:ext cx="1085262" cy="1090124"/>
            <a:chOff x="0" y="0"/>
            <a:chExt cx="1447016" cy="14534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7016" cy="1453498"/>
            </a:xfrm>
            <a:custGeom>
              <a:avLst/>
              <a:gdLst/>
              <a:ahLst/>
              <a:cxnLst/>
              <a:rect r="r" b="b" t="t" l="l"/>
              <a:pathLst>
                <a:path h="1453498" w="1447016">
                  <a:moveTo>
                    <a:pt x="0" y="0"/>
                  </a:moveTo>
                  <a:lnTo>
                    <a:pt x="1447016" y="0"/>
                  </a:lnTo>
                  <a:lnTo>
                    <a:pt x="1447016" y="1453498"/>
                  </a:lnTo>
                  <a:lnTo>
                    <a:pt x="0" y="1453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5485" y="283319"/>
              <a:ext cx="936046" cy="936046"/>
            </a:xfrm>
            <a:custGeom>
              <a:avLst/>
              <a:gdLst/>
              <a:ahLst/>
              <a:cxnLst/>
              <a:rect r="r" b="b" t="t" l="l"/>
              <a:pathLst>
                <a:path h="936046" w="936046">
                  <a:moveTo>
                    <a:pt x="0" y="0"/>
                  </a:moveTo>
                  <a:lnTo>
                    <a:pt x="936046" y="0"/>
                  </a:lnTo>
                  <a:lnTo>
                    <a:pt x="936046" y="936046"/>
                  </a:lnTo>
                  <a:lnTo>
                    <a:pt x="0" y="936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58092" y="4564024"/>
            <a:ext cx="758319" cy="758319"/>
          </a:xfrm>
          <a:custGeom>
            <a:avLst/>
            <a:gdLst/>
            <a:ahLst/>
            <a:cxnLst/>
            <a:rect r="r" b="b" t="t" l="l"/>
            <a:pathLst>
              <a:path h="758319" w="758319">
                <a:moveTo>
                  <a:pt x="0" y="0"/>
                </a:moveTo>
                <a:lnTo>
                  <a:pt x="758319" y="0"/>
                </a:lnTo>
                <a:lnTo>
                  <a:pt x="758319" y="758319"/>
                </a:lnTo>
                <a:lnTo>
                  <a:pt x="0" y="758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58092" y="5969648"/>
            <a:ext cx="876132" cy="798010"/>
          </a:xfrm>
          <a:custGeom>
            <a:avLst/>
            <a:gdLst/>
            <a:ahLst/>
            <a:cxnLst/>
            <a:rect r="r" b="b" t="t" l="l"/>
            <a:pathLst>
              <a:path h="798010" w="876132">
                <a:moveTo>
                  <a:pt x="0" y="0"/>
                </a:moveTo>
                <a:lnTo>
                  <a:pt x="876132" y="0"/>
                </a:lnTo>
                <a:lnTo>
                  <a:pt x="876132" y="798010"/>
                </a:lnTo>
                <a:lnTo>
                  <a:pt x="0" y="7980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9277" y="7099668"/>
            <a:ext cx="844947" cy="800963"/>
          </a:xfrm>
          <a:custGeom>
            <a:avLst/>
            <a:gdLst/>
            <a:ahLst/>
            <a:cxnLst/>
            <a:rect r="r" b="b" t="t" l="l"/>
            <a:pathLst>
              <a:path h="800963" w="844947">
                <a:moveTo>
                  <a:pt x="0" y="0"/>
                </a:moveTo>
                <a:lnTo>
                  <a:pt x="844947" y="0"/>
                </a:lnTo>
                <a:lnTo>
                  <a:pt x="844947" y="800963"/>
                </a:lnTo>
                <a:lnTo>
                  <a:pt x="0" y="8009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93285" y="5879674"/>
            <a:ext cx="6338846" cy="61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Backend: Node.js , Express.js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117942" y="5322343"/>
            <a:ext cx="3298365" cy="2092619"/>
            <a:chOff x="0" y="0"/>
            <a:chExt cx="9020759" cy="57231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20810" cy="5723128"/>
            </a:xfrm>
            <a:custGeom>
              <a:avLst/>
              <a:gdLst/>
              <a:ahLst/>
              <a:cxnLst/>
              <a:rect r="r" b="b" t="t" l="l"/>
              <a:pathLst>
                <a:path h="5723128" w="9020810">
                  <a:moveTo>
                    <a:pt x="0" y="0"/>
                  </a:moveTo>
                  <a:lnTo>
                    <a:pt x="9020810" y="0"/>
                  </a:lnTo>
                  <a:lnTo>
                    <a:pt x="9020810" y="5723128"/>
                  </a:lnTo>
                  <a:lnTo>
                    <a:pt x="0" y="5723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844" t="0" r="-1844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193285" y="2815354"/>
            <a:ext cx="5983822" cy="76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Công nghệ sử dụng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93285" y="7215771"/>
            <a:ext cx="4660544" cy="61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Database: MySQL 8.0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93285" y="4543577"/>
            <a:ext cx="6338846" cy="61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Frontend: HTML5, CSS3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21" id="21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0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7413651" y="0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5" y="0"/>
                </a:lnTo>
                <a:lnTo>
                  <a:pt x="1842145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416308" y="1831534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488536" y="148380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2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0845" y="143191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96385" y="5200650"/>
            <a:ext cx="5862980" cy="5283775"/>
          </a:xfrm>
          <a:custGeom>
            <a:avLst/>
            <a:gdLst/>
            <a:ahLst/>
            <a:cxnLst/>
            <a:rect r="r" b="b" t="t" l="l"/>
            <a:pathLst>
              <a:path h="5283775" w="5862980">
                <a:moveTo>
                  <a:pt x="0" y="0"/>
                </a:moveTo>
                <a:lnTo>
                  <a:pt x="5862980" y="0"/>
                </a:lnTo>
                <a:lnTo>
                  <a:pt x="5862980" y="5283775"/>
                </a:lnTo>
                <a:lnTo>
                  <a:pt x="0" y="528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86860" y="35928"/>
            <a:ext cx="5862980" cy="5179419"/>
          </a:xfrm>
          <a:custGeom>
            <a:avLst/>
            <a:gdLst/>
            <a:ahLst/>
            <a:cxnLst/>
            <a:rect r="r" b="b" t="t" l="l"/>
            <a:pathLst>
              <a:path h="5179419" w="5862980">
                <a:moveTo>
                  <a:pt x="0" y="0"/>
                </a:moveTo>
                <a:lnTo>
                  <a:pt x="5862980" y="0"/>
                </a:lnTo>
                <a:lnTo>
                  <a:pt x="5862980" y="5179419"/>
                </a:lnTo>
                <a:lnTo>
                  <a:pt x="0" y="51794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42136" y="4668559"/>
            <a:ext cx="13232779" cy="136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6"/>
              </a:lnSpc>
            </a:pPr>
            <a:r>
              <a:rPr lang="en-US" sz="8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PHÂN TÍCH HỆ THỐNG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894965" y="2459898"/>
            <a:ext cx="6363938" cy="5510879"/>
            <a:chOff x="0" y="0"/>
            <a:chExt cx="8485251" cy="7347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18"/>
              <a:stretch>
                <a:fillRect l="-41417" t="0" r="-12873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586860" y="7890158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7"/>
                </a:lnTo>
                <a:lnTo>
                  <a:pt x="0" y="24444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86851" y="-438131"/>
            <a:ext cx="3072879" cy="2630300"/>
          </a:xfrm>
          <a:custGeom>
            <a:avLst/>
            <a:gdLst/>
            <a:ahLst/>
            <a:cxnLst/>
            <a:rect r="r" b="b" t="t" l="l"/>
            <a:pathLst>
              <a:path h="2630300" w="3072879">
                <a:moveTo>
                  <a:pt x="0" y="0"/>
                </a:moveTo>
                <a:lnTo>
                  <a:pt x="3072879" y="0"/>
                </a:lnTo>
                <a:lnTo>
                  <a:pt x="3072879" y="2630300"/>
                </a:lnTo>
                <a:lnTo>
                  <a:pt x="0" y="2630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19" id="1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6408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171261" y="895390"/>
            <a:ext cx="12469460" cy="8868904"/>
          </a:xfrm>
          <a:custGeom>
            <a:avLst/>
            <a:gdLst/>
            <a:ahLst/>
            <a:cxnLst/>
            <a:rect r="r" b="b" t="t" l="l"/>
            <a:pathLst>
              <a:path h="8868904" w="12469460">
                <a:moveTo>
                  <a:pt x="0" y="0"/>
                </a:moveTo>
                <a:lnTo>
                  <a:pt x="12469461" y="0"/>
                </a:lnTo>
                <a:lnTo>
                  <a:pt x="12469461" y="8868903"/>
                </a:lnTo>
                <a:lnTo>
                  <a:pt x="0" y="886890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70584" y="261609"/>
            <a:ext cx="6720913" cy="7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0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Biểu đồ USECASE chính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2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0845" y="143191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96385" y="5200650"/>
            <a:ext cx="5862980" cy="5283775"/>
          </a:xfrm>
          <a:custGeom>
            <a:avLst/>
            <a:gdLst/>
            <a:ahLst/>
            <a:cxnLst/>
            <a:rect r="r" b="b" t="t" l="l"/>
            <a:pathLst>
              <a:path h="5283775" w="5862980">
                <a:moveTo>
                  <a:pt x="0" y="0"/>
                </a:moveTo>
                <a:lnTo>
                  <a:pt x="5862980" y="0"/>
                </a:lnTo>
                <a:lnTo>
                  <a:pt x="5862980" y="5283775"/>
                </a:lnTo>
                <a:lnTo>
                  <a:pt x="0" y="528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86860" y="35928"/>
            <a:ext cx="5862980" cy="5179419"/>
          </a:xfrm>
          <a:custGeom>
            <a:avLst/>
            <a:gdLst/>
            <a:ahLst/>
            <a:cxnLst/>
            <a:rect r="r" b="b" t="t" l="l"/>
            <a:pathLst>
              <a:path h="5179419" w="5862980">
                <a:moveTo>
                  <a:pt x="0" y="0"/>
                </a:moveTo>
                <a:lnTo>
                  <a:pt x="5862980" y="0"/>
                </a:lnTo>
                <a:lnTo>
                  <a:pt x="5862980" y="5179419"/>
                </a:lnTo>
                <a:lnTo>
                  <a:pt x="0" y="51794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894965" y="2459898"/>
            <a:ext cx="6363938" cy="5510879"/>
            <a:chOff x="0" y="0"/>
            <a:chExt cx="8485251" cy="7347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18"/>
              <a:stretch>
                <a:fillRect l="-29974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3586860" y="7890158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7"/>
                </a:lnTo>
                <a:lnTo>
                  <a:pt x="0" y="24444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86851" y="-438131"/>
            <a:ext cx="3072879" cy="2630300"/>
          </a:xfrm>
          <a:custGeom>
            <a:avLst/>
            <a:gdLst/>
            <a:ahLst/>
            <a:cxnLst/>
            <a:rect r="r" b="b" t="t" l="l"/>
            <a:pathLst>
              <a:path h="2630300" w="3072879">
                <a:moveTo>
                  <a:pt x="0" y="0"/>
                </a:moveTo>
                <a:lnTo>
                  <a:pt x="3072879" y="0"/>
                </a:lnTo>
                <a:lnTo>
                  <a:pt x="3072879" y="2630300"/>
                </a:lnTo>
                <a:lnTo>
                  <a:pt x="0" y="2630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41369" y="5271572"/>
            <a:ext cx="11012777" cy="136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6"/>
              </a:lnSpc>
            </a:pPr>
            <a:r>
              <a:rPr lang="en-US" sz="8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THIẾT KẾ HỆ THỐNG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19" id="1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833929" y="1054562"/>
            <a:ext cx="12734014" cy="8881975"/>
          </a:xfrm>
          <a:custGeom>
            <a:avLst/>
            <a:gdLst/>
            <a:ahLst/>
            <a:cxnLst/>
            <a:rect r="r" b="b" t="t" l="l"/>
            <a:pathLst>
              <a:path h="8881975" w="12734014">
                <a:moveTo>
                  <a:pt x="0" y="0"/>
                </a:moveTo>
                <a:lnTo>
                  <a:pt x="12734014" y="0"/>
                </a:lnTo>
                <a:lnTo>
                  <a:pt x="12734014" y="8881975"/>
                </a:lnTo>
                <a:lnTo>
                  <a:pt x="0" y="8881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18835" y="177378"/>
            <a:ext cx="6156854" cy="7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0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Biểu đồ cơ sở dữ liệu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2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0845" y="143191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96385" y="5200650"/>
            <a:ext cx="5862980" cy="5283775"/>
          </a:xfrm>
          <a:custGeom>
            <a:avLst/>
            <a:gdLst/>
            <a:ahLst/>
            <a:cxnLst/>
            <a:rect r="r" b="b" t="t" l="l"/>
            <a:pathLst>
              <a:path h="5283775" w="5862980">
                <a:moveTo>
                  <a:pt x="0" y="0"/>
                </a:moveTo>
                <a:lnTo>
                  <a:pt x="5862980" y="0"/>
                </a:lnTo>
                <a:lnTo>
                  <a:pt x="5862980" y="5283775"/>
                </a:lnTo>
                <a:lnTo>
                  <a:pt x="0" y="528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86860" y="35928"/>
            <a:ext cx="5862980" cy="5179419"/>
          </a:xfrm>
          <a:custGeom>
            <a:avLst/>
            <a:gdLst/>
            <a:ahLst/>
            <a:cxnLst/>
            <a:rect r="r" b="b" t="t" l="l"/>
            <a:pathLst>
              <a:path h="5179419" w="5862980">
                <a:moveTo>
                  <a:pt x="0" y="0"/>
                </a:moveTo>
                <a:lnTo>
                  <a:pt x="5862980" y="0"/>
                </a:lnTo>
                <a:lnTo>
                  <a:pt x="5862980" y="5179419"/>
                </a:lnTo>
                <a:lnTo>
                  <a:pt x="0" y="51794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894965" y="2459898"/>
            <a:ext cx="6363938" cy="5510879"/>
            <a:chOff x="0" y="0"/>
            <a:chExt cx="8485251" cy="7347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18"/>
              <a:stretch>
                <a:fillRect l="-32298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3586860" y="7890158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7"/>
                </a:lnTo>
                <a:lnTo>
                  <a:pt x="0" y="24444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86851" y="-438131"/>
            <a:ext cx="3072879" cy="2630300"/>
          </a:xfrm>
          <a:custGeom>
            <a:avLst/>
            <a:gdLst/>
            <a:ahLst/>
            <a:cxnLst/>
            <a:rect r="r" b="b" t="t" l="l"/>
            <a:pathLst>
              <a:path h="2630300" w="3072879">
                <a:moveTo>
                  <a:pt x="0" y="0"/>
                </a:moveTo>
                <a:lnTo>
                  <a:pt x="3072879" y="0"/>
                </a:lnTo>
                <a:lnTo>
                  <a:pt x="3072879" y="2630300"/>
                </a:lnTo>
                <a:lnTo>
                  <a:pt x="0" y="2630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87240" y="5312229"/>
            <a:ext cx="12657541" cy="136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6"/>
              </a:lnSpc>
            </a:pPr>
            <a:r>
              <a:rPr lang="en-US" sz="8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XÂY DỰNG</a:t>
            </a:r>
            <a:r>
              <a:rPr lang="en-US" sz="8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 &amp; KIỂM THỬ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19" id="1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93401" y="358003"/>
            <a:ext cx="4176720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ĐĂNG NHẬP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971019" y="1872996"/>
            <a:ext cx="11085245" cy="5611905"/>
          </a:xfrm>
          <a:custGeom>
            <a:avLst/>
            <a:gdLst/>
            <a:ahLst/>
            <a:cxnLst/>
            <a:rect r="r" b="b" t="t" l="l"/>
            <a:pathLst>
              <a:path h="5611905" w="11085245">
                <a:moveTo>
                  <a:pt x="0" y="0"/>
                </a:moveTo>
                <a:lnTo>
                  <a:pt x="11085245" y="0"/>
                </a:lnTo>
                <a:lnTo>
                  <a:pt x="11085245" y="5611905"/>
                </a:lnTo>
                <a:lnTo>
                  <a:pt x="0" y="56119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8100000">
            <a:off x="2320578" y="7353590"/>
            <a:ext cx="1856209" cy="484935"/>
          </a:xfrm>
          <a:custGeom>
            <a:avLst/>
            <a:gdLst/>
            <a:ahLst/>
            <a:cxnLst/>
            <a:rect r="r" b="b" t="t" l="l"/>
            <a:pathLst>
              <a:path h="484935" w="1856209">
                <a:moveTo>
                  <a:pt x="0" y="0"/>
                </a:moveTo>
                <a:lnTo>
                  <a:pt x="1856209" y="0"/>
                </a:lnTo>
                <a:lnTo>
                  <a:pt x="1856209" y="484935"/>
                </a:lnTo>
                <a:lnTo>
                  <a:pt x="0" y="48493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80915">
            <a:off x="1241595" y="8411849"/>
            <a:ext cx="5472572" cy="106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Cho phép người dùng đăng nhập tài khoản trên hệ thống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93401" y="358003"/>
            <a:ext cx="6707863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QUẢN LÝ DỰ ÁN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217288" y="1872996"/>
            <a:ext cx="12132098" cy="5838572"/>
          </a:xfrm>
          <a:custGeom>
            <a:avLst/>
            <a:gdLst/>
            <a:ahLst/>
            <a:cxnLst/>
            <a:rect r="r" b="b" t="t" l="l"/>
            <a:pathLst>
              <a:path h="5838572" w="12132098">
                <a:moveTo>
                  <a:pt x="0" y="0"/>
                </a:moveTo>
                <a:lnTo>
                  <a:pt x="12132098" y="0"/>
                </a:lnTo>
                <a:lnTo>
                  <a:pt x="12132098" y="5838572"/>
                </a:lnTo>
                <a:lnTo>
                  <a:pt x="0" y="583857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9982969">
            <a:off x="7711178" y="7245749"/>
            <a:ext cx="2428614" cy="1921641"/>
          </a:xfrm>
          <a:custGeom>
            <a:avLst/>
            <a:gdLst/>
            <a:ahLst/>
            <a:cxnLst/>
            <a:rect r="r" b="b" t="t" l="l"/>
            <a:pathLst>
              <a:path h="1921641" w="2428614">
                <a:moveTo>
                  <a:pt x="0" y="0"/>
                </a:moveTo>
                <a:lnTo>
                  <a:pt x="2428614" y="0"/>
                </a:lnTo>
                <a:lnTo>
                  <a:pt x="2428614" y="1921640"/>
                </a:lnTo>
                <a:lnTo>
                  <a:pt x="0" y="192164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80915">
            <a:off x="2476634" y="8179775"/>
            <a:ext cx="4701579" cy="106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Quản lý toàn diện dự án, trạng thái và vật tư hiệu quả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93401" y="923925"/>
            <a:ext cx="5070064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LẬP BÁO GIÁ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218334" y="2127257"/>
            <a:ext cx="12020225" cy="5799759"/>
          </a:xfrm>
          <a:custGeom>
            <a:avLst/>
            <a:gdLst/>
            <a:ahLst/>
            <a:cxnLst/>
            <a:rect r="r" b="b" t="t" l="l"/>
            <a:pathLst>
              <a:path h="5799759" w="12020225">
                <a:moveTo>
                  <a:pt x="0" y="0"/>
                </a:moveTo>
                <a:lnTo>
                  <a:pt x="12020226" y="0"/>
                </a:lnTo>
                <a:lnTo>
                  <a:pt x="12020226" y="5799759"/>
                </a:lnTo>
                <a:lnTo>
                  <a:pt x="0" y="579975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705190">
            <a:off x="7161647" y="7512873"/>
            <a:ext cx="1803638" cy="1932469"/>
          </a:xfrm>
          <a:custGeom>
            <a:avLst/>
            <a:gdLst/>
            <a:ahLst/>
            <a:cxnLst/>
            <a:rect r="r" b="b" t="t" l="l"/>
            <a:pathLst>
              <a:path h="1932469" w="1803638">
                <a:moveTo>
                  <a:pt x="0" y="0"/>
                </a:moveTo>
                <a:lnTo>
                  <a:pt x="1803638" y="0"/>
                </a:lnTo>
                <a:lnTo>
                  <a:pt x="1803638" y="1932469"/>
                </a:lnTo>
                <a:lnTo>
                  <a:pt x="0" y="193246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80915">
            <a:off x="9376660" y="8253330"/>
            <a:ext cx="6840874" cy="1600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Cho phép thiết lập thông tin báo giá, lựa chọn mẫu sản phẩm và gửi trực tiếp đến khách hàng hoặc trình phê duyệt.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93401" y="358003"/>
            <a:ext cx="8156164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QUẢN LÝ KHO VẬT TƯ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755883" y="1545056"/>
            <a:ext cx="12047799" cy="5798003"/>
          </a:xfrm>
          <a:custGeom>
            <a:avLst/>
            <a:gdLst/>
            <a:ahLst/>
            <a:cxnLst/>
            <a:rect r="r" b="b" t="t" l="l"/>
            <a:pathLst>
              <a:path h="5798003" w="12047799">
                <a:moveTo>
                  <a:pt x="0" y="0"/>
                </a:moveTo>
                <a:lnTo>
                  <a:pt x="12047799" y="0"/>
                </a:lnTo>
                <a:lnTo>
                  <a:pt x="12047799" y="5798003"/>
                </a:lnTo>
                <a:lnTo>
                  <a:pt x="0" y="579800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2385730">
            <a:off x="8289895" y="7351095"/>
            <a:ext cx="979776" cy="958139"/>
          </a:xfrm>
          <a:custGeom>
            <a:avLst/>
            <a:gdLst/>
            <a:ahLst/>
            <a:cxnLst/>
            <a:rect r="r" b="b" t="t" l="l"/>
            <a:pathLst>
              <a:path h="958139" w="979776">
                <a:moveTo>
                  <a:pt x="0" y="0"/>
                </a:moveTo>
                <a:lnTo>
                  <a:pt x="979776" y="0"/>
                </a:lnTo>
                <a:lnTo>
                  <a:pt x="979776" y="958139"/>
                </a:lnTo>
                <a:lnTo>
                  <a:pt x="0" y="95813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80915">
            <a:off x="5977606" y="8451976"/>
            <a:ext cx="6968547" cy="106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Hỗ trợ theo dõi các nghiệp vụ nhập kho, xuất kho, kiểm kho và quản lý thông tin 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93401" y="546401"/>
            <a:ext cx="8156164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QUẢN LÝ NGƯỜI DÙNG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079248" y="1914087"/>
            <a:ext cx="11882044" cy="5703381"/>
          </a:xfrm>
          <a:custGeom>
            <a:avLst/>
            <a:gdLst/>
            <a:ahLst/>
            <a:cxnLst/>
            <a:rect r="r" b="b" t="t" l="l"/>
            <a:pathLst>
              <a:path h="5703381" w="11882044">
                <a:moveTo>
                  <a:pt x="0" y="0"/>
                </a:moveTo>
                <a:lnTo>
                  <a:pt x="11882044" y="0"/>
                </a:lnTo>
                <a:lnTo>
                  <a:pt x="11882044" y="5703381"/>
                </a:lnTo>
                <a:lnTo>
                  <a:pt x="0" y="570338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650597" y="8053955"/>
            <a:ext cx="2504767" cy="969554"/>
          </a:xfrm>
          <a:custGeom>
            <a:avLst/>
            <a:gdLst/>
            <a:ahLst/>
            <a:cxnLst/>
            <a:rect r="r" b="b" t="t" l="l"/>
            <a:pathLst>
              <a:path h="969554" w="2504767">
                <a:moveTo>
                  <a:pt x="0" y="0"/>
                </a:moveTo>
                <a:lnTo>
                  <a:pt x="2504767" y="0"/>
                </a:lnTo>
                <a:lnTo>
                  <a:pt x="2504767" y="969554"/>
                </a:lnTo>
                <a:lnTo>
                  <a:pt x="0" y="96955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80915">
            <a:off x="1323357" y="8376949"/>
            <a:ext cx="8438413" cy="106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Quản lý danh sách tài khoản, thiết lập chức vụ và phân quyền truy cập hệ thống cho từng nhân viên.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6036" y="400917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0"/>
                </a:lnTo>
                <a:lnTo>
                  <a:pt x="0" y="546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596385" y="5200650"/>
            <a:ext cx="5862980" cy="5283775"/>
          </a:xfrm>
          <a:custGeom>
            <a:avLst/>
            <a:gdLst/>
            <a:ahLst/>
            <a:cxnLst/>
            <a:rect r="r" b="b" t="t" l="l"/>
            <a:pathLst>
              <a:path h="5283775" w="5862980">
                <a:moveTo>
                  <a:pt x="0" y="0"/>
                </a:moveTo>
                <a:lnTo>
                  <a:pt x="5862980" y="0"/>
                </a:lnTo>
                <a:lnTo>
                  <a:pt x="5862980" y="5283775"/>
                </a:lnTo>
                <a:lnTo>
                  <a:pt x="0" y="528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586860" y="35928"/>
            <a:ext cx="5862980" cy="5179419"/>
          </a:xfrm>
          <a:custGeom>
            <a:avLst/>
            <a:gdLst/>
            <a:ahLst/>
            <a:cxnLst/>
            <a:rect r="r" b="b" t="t" l="l"/>
            <a:pathLst>
              <a:path h="5179419" w="5862980">
                <a:moveTo>
                  <a:pt x="0" y="0"/>
                </a:moveTo>
                <a:lnTo>
                  <a:pt x="5862980" y="0"/>
                </a:lnTo>
                <a:lnTo>
                  <a:pt x="5862980" y="5179419"/>
                </a:lnTo>
                <a:lnTo>
                  <a:pt x="0" y="51794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894965" y="2459898"/>
            <a:ext cx="6363938" cy="5510879"/>
            <a:chOff x="0" y="0"/>
            <a:chExt cx="8485251" cy="73478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18"/>
              <a:stretch>
                <a:fillRect l="0" t="0" r="-63003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3586860" y="7890158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7"/>
                </a:lnTo>
                <a:lnTo>
                  <a:pt x="0" y="24444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586851" y="-438131"/>
            <a:ext cx="3072879" cy="2630300"/>
          </a:xfrm>
          <a:custGeom>
            <a:avLst/>
            <a:gdLst/>
            <a:ahLst/>
            <a:cxnLst/>
            <a:rect r="r" b="b" t="t" l="l"/>
            <a:pathLst>
              <a:path h="2630300" w="3072879">
                <a:moveTo>
                  <a:pt x="0" y="0"/>
                </a:moveTo>
                <a:lnTo>
                  <a:pt x="3072879" y="0"/>
                </a:lnTo>
                <a:lnTo>
                  <a:pt x="3072879" y="2630300"/>
                </a:lnTo>
                <a:lnTo>
                  <a:pt x="0" y="2630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534316" y="5189366"/>
            <a:ext cx="8868516" cy="137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DEMO HỆ THỐNG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26" id="26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40381" y="-1204989"/>
            <a:ext cx="7061442" cy="6238153"/>
          </a:xfrm>
          <a:custGeom>
            <a:avLst/>
            <a:gdLst/>
            <a:ahLst/>
            <a:cxnLst/>
            <a:rect r="r" b="b" t="t" l="l"/>
            <a:pathLst>
              <a:path h="6238153" w="7061442">
                <a:moveTo>
                  <a:pt x="0" y="0"/>
                </a:moveTo>
                <a:lnTo>
                  <a:pt x="7061442" y="0"/>
                </a:lnTo>
                <a:lnTo>
                  <a:pt x="7061442" y="6238152"/>
                </a:lnTo>
                <a:lnTo>
                  <a:pt x="0" y="62381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90480" y="1084469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0"/>
                </a:lnTo>
                <a:lnTo>
                  <a:pt x="0" y="20315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16596821" y="764648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690480" y="-879996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51102" y="70931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5" y="0"/>
                </a:lnTo>
                <a:lnTo>
                  <a:pt x="925325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041267" y="2222078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40381" y="5033163"/>
            <a:ext cx="7061442" cy="6363840"/>
          </a:xfrm>
          <a:custGeom>
            <a:avLst/>
            <a:gdLst/>
            <a:ahLst/>
            <a:cxnLst/>
            <a:rect r="r" b="b" t="t" l="l"/>
            <a:pathLst>
              <a:path h="6363840" w="7061442">
                <a:moveTo>
                  <a:pt x="0" y="0"/>
                </a:moveTo>
                <a:lnTo>
                  <a:pt x="7061442" y="0"/>
                </a:lnTo>
                <a:lnTo>
                  <a:pt x="7061442" y="6363840"/>
                </a:lnTo>
                <a:lnTo>
                  <a:pt x="0" y="636384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886396" y="6992849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8"/>
                </a:lnTo>
                <a:lnTo>
                  <a:pt x="0" y="244446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089133" y="2277724"/>
            <a:ext cx="6363938" cy="5510879"/>
            <a:chOff x="0" y="0"/>
            <a:chExt cx="8485251" cy="73478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26"/>
              <a:stretch>
                <a:fillRect l="-7527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660" y="4420024"/>
            <a:ext cx="11002646" cy="275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18"/>
              </a:lnSpc>
            </a:pPr>
            <a:r>
              <a:rPr lang="en-US" sz="9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KẾT LUẬN VÀ </a:t>
            </a:r>
          </a:p>
          <a:p>
            <a:pPr algn="ctr">
              <a:lnSpc>
                <a:spcPts val="10819"/>
              </a:lnSpc>
            </a:pPr>
            <a:r>
              <a:rPr lang="en-US" sz="9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HƯỚNG PHÁT TRIỂN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22" id="22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4" id="24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3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29436" y="5203550"/>
            <a:ext cx="7864916" cy="3547758"/>
          </a:xfrm>
          <a:custGeom>
            <a:avLst/>
            <a:gdLst/>
            <a:ahLst/>
            <a:cxnLst/>
            <a:rect r="r" b="b" t="t" l="l"/>
            <a:pathLst>
              <a:path h="3547758" w="7864916">
                <a:moveTo>
                  <a:pt x="0" y="0"/>
                </a:moveTo>
                <a:lnTo>
                  <a:pt x="7864917" y="0"/>
                </a:lnTo>
                <a:lnTo>
                  <a:pt x="7864917" y="3547758"/>
                </a:lnTo>
                <a:lnTo>
                  <a:pt x="0" y="35477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676800" y="5203550"/>
            <a:ext cx="7482935" cy="3547758"/>
          </a:xfrm>
          <a:custGeom>
            <a:avLst/>
            <a:gdLst/>
            <a:ahLst/>
            <a:cxnLst/>
            <a:rect r="r" b="b" t="t" l="l"/>
            <a:pathLst>
              <a:path h="3547758" w="7482935">
                <a:moveTo>
                  <a:pt x="0" y="0"/>
                </a:moveTo>
                <a:lnTo>
                  <a:pt x="7482935" y="0"/>
                </a:lnTo>
                <a:lnTo>
                  <a:pt x="7482935" y="3547758"/>
                </a:lnTo>
                <a:lnTo>
                  <a:pt x="0" y="35477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826066" y="4923973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408472" y="4923973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true" rot="0">
            <a:off x="4664697" y="3823883"/>
            <a:ext cx="794385" cy="1011374"/>
          </a:xfrm>
          <a:custGeom>
            <a:avLst/>
            <a:gdLst/>
            <a:ahLst/>
            <a:cxnLst/>
            <a:rect r="r" b="b" t="t" l="l"/>
            <a:pathLst>
              <a:path h="1011374" w="794385">
                <a:moveTo>
                  <a:pt x="0" y="1011374"/>
                </a:moveTo>
                <a:lnTo>
                  <a:pt x="794385" y="1011374"/>
                </a:lnTo>
                <a:lnTo>
                  <a:pt x="794385" y="0"/>
                </a:lnTo>
                <a:lnTo>
                  <a:pt x="0" y="0"/>
                </a:lnTo>
                <a:lnTo>
                  <a:pt x="0" y="1011374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-51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181686" y="3896339"/>
            <a:ext cx="925249" cy="938908"/>
          </a:xfrm>
          <a:custGeom>
            <a:avLst/>
            <a:gdLst/>
            <a:ahLst/>
            <a:cxnLst/>
            <a:rect r="r" b="b" t="t" l="l"/>
            <a:pathLst>
              <a:path h="938908" w="925249">
                <a:moveTo>
                  <a:pt x="0" y="0"/>
                </a:moveTo>
                <a:lnTo>
                  <a:pt x="925249" y="0"/>
                </a:lnTo>
                <a:lnTo>
                  <a:pt x="925249" y="938908"/>
                </a:lnTo>
                <a:lnTo>
                  <a:pt x="0" y="93890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-45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29436" y="2458158"/>
            <a:ext cx="3446489" cy="850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4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KẾT LUẬN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826066" y="6204894"/>
            <a:ext cx="6833230" cy="457169"/>
            <a:chOff x="0" y="0"/>
            <a:chExt cx="9110974" cy="6095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414864" y="-76200"/>
              <a:ext cx="8696110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Hoàn thành thiết kế và đặc tả hệ thống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26066" y="6940523"/>
            <a:ext cx="9261831" cy="457169"/>
            <a:chOff x="0" y="0"/>
            <a:chExt cx="12349108" cy="6095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414864" y="-76200"/>
              <a:ext cx="119342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Liên kết dữ liệu dự án, kho và sản xuất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45811" y="7664204"/>
            <a:ext cx="5842706" cy="457169"/>
            <a:chOff x="0" y="0"/>
            <a:chExt cx="7790275" cy="6095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414864" y="-76200"/>
              <a:ext cx="7375411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Giao diện trực quan, dễ sử dụng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590659" y="5080919"/>
            <a:ext cx="4928148" cy="61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KẾT QUẢ ĐẠT ĐƯỢC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541679" y="6241801"/>
            <a:ext cx="6034881" cy="457169"/>
            <a:chOff x="0" y="0"/>
            <a:chExt cx="8046508" cy="6095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414864" y="-76200"/>
              <a:ext cx="76316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Loại bỏ sai sót do tính thủ công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41679" y="6977429"/>
            <a:ext cx="5692741" cy="457169"/>
            <a:chOff x="0" y="0"/>
            <a:chExt cx="7590321" cy="6095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414864" y="-76200"/>
              <a:ext cx="7175457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Quản lý đơn hàng, kho, sản xuất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61423" y="7701110"/>
            <a:ext cx="5396570" cy="457169"/>
            <a:chOff x="0" y="0"/>
            <a:chExt cx="7195427" cy="6095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414864" y="-76200"/>
              <a:ext cx="6780563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Đồng bộ dữ liệu doanh nghiệp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029845" y="5080919"/>
            <a:ext cx="4928148" cy="61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GIÁ TRỊ HỆ THỐNG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46" id="46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8" id="48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2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6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998009" y="4280090"/>
            <a:ext cx="3086100" cy="3266913"/>
          </a:xfrm>
          <a:custGeom>
            <a:avLst/>
            <a:gdLst/>
            <a:ahLst/>
            <a:cxnLst/>
            <a:rect r="r" b="b" t="t" l="l"/>
            <a:pathLst>
              <a:path h="3266913" w="3086100">
                <a:moveTo>
                  <a:pt x="0" y="0"/>
                </a:moveTo>
                <a:lnTo>
                  <a:pt x="3086100" y="0"/>
                </a:lnTo>
                <a:lnTo>
                  <a:pt x="3086100" y="3266913"/>
                </a:lnTo>
                <a:lnTo>
                  <a:pt x="0" y="3266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98009" y="6853295"/>
            <a:ext cx="3086100" cy="3266913"/>
          </a:xfrm>
          <a:custGeom>
            <a:avLst/>
            <a:gdLst/>
            <a:ahLst/>
            <a:cxnLst/>
            <a:rect r="r" b="b" t="t" l="l"/>
            <a:pathLst>
              <a:path h="3266913" w="3086100">
                <a:moveTo>
                  <a:pt x="0" y="0"/>
                </a:moveTo>
                <a:lnTo>
                  <a:pt x="3086100" y="0"/>
                </a:lnTo>
                <a:lnTo>
                  <a:pt x="3086100" y="3266914"/>
                </a:lnTo>
                <a:lnTo>
                  <a:pt x="0" y="3266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349" y="7604153"/>
            <a:ext cx="2837696" cy="87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499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Nâng cao hiệu năng và bảo mật hệ thống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6724" y="4902781"/>
            <a:ext cx="2742948" cy="87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499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Tối ưu UI/UX và trải nghiệm người dùng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81820" y="4280090"/>
            <a:ext cx="3086100" cy="3266913"/>
          </a:xfrm>
          <a:custGeom>
            <a:avLst/>
            <a:gdLst/>
            <a:ahLst/>
            <a:cxnLst/>
            <a:rect r="r" b="b" t="t" l="l"/>
            <a:pathLst>
              <a:path h="3266913" w="3086100">
                <a:moveTo>
                  <a:pt x="0" y="0"/>
                </a:moveTo>
                <a:lnTo>
                  <a:pt x="3086100" y="0"/>
                </a:lnTo>
                <a:lnTo>
                  <a:pt x="3086100" y="3266913"/>
                </a:lnTo>
                <a:lnTo>
                  <a:pt x="0" y="3266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1820" y="7020087"/>
            <a:ext cx="3086100" cy="3266913"/>
          </a:xfrm>
          <a:custGeom>
            <a:avLst/>
            <a:gdLst/>
            <a:ahLst/>
            <a:cxnLst/>
            <a:rect r="r" b="b" t="t" l="l"/>
            <a:pathLst>
              <a:path h="3266913" w="3086100">
                <a:moveTo>
                  <a:pt x="0" y="0"/>
                </a:moveTo>
                <a:lnTo>
                  <a:pt x="3086100" y="0"/>
                </a:lnTo>
                <a:lnTo>
                  <a:pt x="3086100" y="3266913"/>
                </a:lnTo>
                <a:lnTo>
                  <a:pt x="0" y="3266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97046" y="3866122"/>
            <a:ext cx="10800964" cy="5184463"/>
          </a:xfrm>
          <a:custGeom>
            <a:avLst/>
            <a:gdLst/>
            <a:ahLst/>
            <a:cxnLst/>
            <a:rect r="r" b="b" t="t" l="l"/>
            <a:pathLst>
              <a:path h="5184463" w="10800964">
                <a:moveTo>
                  <a:pt x="0" y="0"/>
                </a:moveTo>
                <a:lnTo>
                  <a:pt x="10800963" y="0"/>
                </a:lnTo>
                <a:lnTo>
                  <a:pt x="10800963" y="5184463"/>
                </a:lnTo>
                <a:lnTo>
                  <a:pt x="0" y="51844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7886" y="2727568"/>
            <a:ext cx="6112537" cy="76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HƯỚNG PHÁT TRIỂN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59513" y="4804591"/>
            <a:ext cx="3388099" cy="131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Ứng dụng AI hỗ trợ dự báo vật tư và kế hoạch sản xuất.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59513" y="7480328"/>
            <a:ext cx="3335276" cy="87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Phát triển Mobile App hỗ trợ ngoài công trình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15" id="15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</a:blip>
              <a:stretch>
                <a:fillRect l="0" t="-16668" r="0" b="-1668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7897" y="2054038"/>
            <a:ext cx="10340426" cy="8954348"/>
            <a:chOff x="0" y="0"/>
            <a:chExt cx="13787234" cy="119391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87120" cy="11939143"/>
            </a:xfrm>
            <a:custGeom>
              <a:avLst/>
              <a:gdLst/>
              <a:ahLst/>
              <a:cxnLst/>
              <a:rect r="r" b="b" t="t" l="l"/>
              <a:pathLst>
                <a:path h="11939143" w="13787120">
                  <a:moveTo>
                    <a:pt x="10340467" y="0"/>
                  </a:moveTo>
                  <a:lnTo>
                    <a:pt x="3446780" y="0"/>
                  </a:lnTo>
                  <a:lnTo>
                    <a:pt x="0" y="5969508"/>
                  </a:lnTo>
                  <a:lnTo>
                    <a:pt x="3446780" y="11939143"/>
                  </a:lnTo>
                  <a:lnTo>
                    <a:pt x="10340340" y="11939143"/>
                  </a:lnTo>
                  <a:lnTo>
                    <a:pt x="13787120" y="5969635"/>
                  </a:lnTo>
                  <a:close/>
                </a:path>
              </a:pathLst>
            </a:custGeom>
            <a:blipFill>
              <a:blip r:embed="rId3"/>
              <a:stretch>
                <a:fillRect l="-14987" t="0" r="-1498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55741" y="2044513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0"/>
                </a:lnTo>
                <a:lnTo>
                  <a:pt x="0" y="2031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51455" y="8334146"/>
            <a:ext cx="2393061" cy="2031521"/>
          </a:xfrm>
          <a:custGeom>
            <a:avLst/>
            <a:gdLst/>
            <a:ahLst/>
            <a:cxnLst/>
            <a:rect r="r" b="b" t="t" l="l"/>
            <a:pathLst>
              <a:path h="2031521" w="2393061">
                <a:moveTo>
                  <a:pt x="0" y="0"/>
                </a:moveTo>
                <a:lnTo>
                  <a:pt x="2393061" y="0"/>
                </a:lnTo>
                <a:lnTo>
                  <a:pt x="2393061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52272" y="-496110"/>
            <a:ext cx="7852343" cy="4109437"/>
          </a:xfrm>
          <a:custGeom>
            <a:avLst/>
            <a:gdLst/>
            <a:ahLst/>
            <a:cxnLst/>
            <a:rect r="r" b="b" t="t" l="l"/>
            <a:pathLst>
              <a:path h="4109437" w="7852343">
                <a:moveTo>
                  <a:pt x="0" y="0"/>
                </a:moveTo>
                <a:lnTo>
                  <a:pt x="7852343" y="0"/>
                </a:lnTo>
                <a:lnTo>
                  <a:pt x="7852343" y="4109438"/>
                </a:lnTo>
                <a:lnTo>
                  <a:pt x="0" y="41094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0800000">
            <a:off x="10562092" y="1724692"/>
            <a:ext cx="2460574" cy="544401"/>
            <a:chOff x="0" y="0"/>
            <a:chExt cx="3280766" cy="7258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659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655741" y="80048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8983932" y="8020393"/>
            <a:ext cx="2460574" cy="544401"/>
            <a:chOff x="0" y="0"/>
            <a:chExt cx="3280766" cy="7258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659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051455" y="6240218"/>
            <a:ext cx="2393061" cy="2093928"/>
          </a:xfrm>
          <a:custGeom>
            <a:avLst/>
            <a:gdLst/>
            <a:ahLst/>
            <a:cxnLst/>
            <a:rect r="r" b="b" t="t" l="l"/>
            <a:pathLst>
              <a:path h="2093928" w="2393061">
                <a:moveTo>
                  <a:pt x="0" y="0"/>
                </a:moveTo>
                <a:lnTo>
                  <a:pt x="2393061" y="0"/>
                </a:lnTo>
                <a:lnTo>
                  <a:pt x="2393061" y="2093928"/>
                </a:lnTo>
                <a:lnTo>
                  <a:pt x="0" y="20939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09268" y="4328798"/>
            <a:ext cx="2321747" cy="2031521"/>
          </a:xfrm>
          <a:custGeom>
            <a:avLst/>
            <a:gdLst/>
            <a:ahLst/>
            <a:cxnLst/>
            <a:rect r="r" b="b" t="t" l="l"/>
            <a:pathLst>
              <a:path h="2031521" w="2321747">
                <a:moveTo>
                  <a:pt x="0" y="0"/>
                </a:moveTo>
                <a:lnTo>
                  <a:pt x="2321748" y="0"/>
                </a:lnTo>
                <a:lnTo>
                  <a:pt x="2321748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6076" y="8457971"/>
            <a:ext cx="2393061" cy="2093928"/>
          </a:xfrm>
          <a:custGeom>
            <a:avLst/>
            <a:gdLst/>
            <a:ahLst/>
            <a:cxnLst/>
            <a:rect r="r" b="b" t="t" l="l"/>
            <a:pathLst>
              <a:path h="2093928" w="2393061">
                <a:moveTo>
                  <a:pt x="0" y="0"/>
                </a:moveTo>
                <a:lnTo>
                  <a:pt x="2393061" y="0"/>
                </a:lnTo>
                <a:lnTo>
                  <a:pt x="2393061" y="2093929"/>
                </a:lnTo>
                <a:lnTo>
                  <a:pt x="0" y="20939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9239850" y="4001500"/>
            <a:ext cx="2460574" cy="544401"/>
            <a:chOff x="0" y="0"/>
            <a:chExt cx="3280766" cy="725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659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9309268" y="2244395"/>
            <a:ext cx="2321747" cy="2093928"/>
          </a:xfrm>
          <a:custGeom>
            <a:avLst/>
            <a:gdLst/>
            <a:ahLst/>
            <a:cxnLst/>
            <a:rect r="r" b="b" t="t" l="l"/>
            <a:pathLst>
              <a:path h="2093928" w="2321747">
                <a:moveTo>
                  <a:pt x="0" y="0"/>
                </a:moveTo>
                <a:lnTo>
                  <a:pt x="2321748" y="0"/>
                </a:lnTo>
                <a:lnTo>
                  <a:pt x="2321748" y="2093928"/>
                </a:lnTo>
                <a:lnTo>
                  <a:pt x="0" y="209392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167090" y="1414415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4" y="0"/>
                </a:lnTo>
                <a:lnTo>
                  <a:pt x="606104" y="546630"/>
                </a:lnTo>
                <a:lnTo>
                  <a:pt x="0" y="546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633746" y="8334146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4" y="0"/>
                </a:lnTo>
                <a:lnTo>
                  <a:pt x="606104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29035" y="6240218"/>
            <a:ext cx="384315" cy="346605"/>
          </a:xfrm>
          <a:custGeom>
            <a:avLst/>
            <a:gdLst/>
            <a:ahLst/>
            <a:cxnLst/>
            <a:rect r="r" b="b" t="t" l="l"/>
            <a:pathLst>
              <a:path h="346605" w="384315">
                <a:moveTo>
                  <a:pt x="0" y="0"/>
                </a:moveTo>
                <a:lnTo>
                  <a:pt x="384315" y="0"/>
                </a:lnTo>
                <a:lnTo>
                  <a:pt x="384315" y="346605"/>
                </a:lnTo>
                <a:lnTo>
                  <a:pt x="0" y="34660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3600311" y="7724813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15082" y="8795185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940198" y="8943565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1" y="0"/>
                </a:lnTo>
                <a:lnTo>
                  <a:pt x="1809141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07897" y="3688278"/>
            <a:ext cx="8731954" cy="250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9404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TRÂN TRỌNG CẢM ƠN!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5901" y="6164018"/>
            <a:ext cx="8328099" cy="113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6"/>
              </a:lnSpc>
            </a:pPr>
            <a:r>
              <a:rPr lang="en-US" sz="3261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Em rất mong nhận được sự góp ý của Quý thầy cô trong hội đồng.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29" id="2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1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DAHJX4A2bes</dc:identifier>
  <dcterms:modified xsi:type="dcterms:W3CDTF">2011-08-01T06:04:30Z</dcterms:modified>
  <cp:revision>1</cp:revision>
  <dc:title>PPT_ĐỒ ÁN TỐT NGHIỆP</dc:title>
</cp:coreProperties>
</file>